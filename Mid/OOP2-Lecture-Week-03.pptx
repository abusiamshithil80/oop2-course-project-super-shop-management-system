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sldIdLst>
    <p:sldId id="407" r:id="rId2"/>
    <p:sldId id="257" r:id="rId3"/>
    <p:sldId id="266" r:id="rId4"/>
    <p:sldId id="366" r:id="rId5"/>
    <p:sldId id="367" r:id="rId6"/>
    <p:sldId id="368" r:id="rId7"/>
    <p:sldId id="369" r:id="rId8"/>
    <p:sldId id="371" r:id="rId9"/>
    <p:sldId id="373" r:id="rId10"/>
    <p:sldId id="382" r:id="rId11"/>
    <p:sldId id="374" r:id="rId12"/>
    <p:sldId id="375" r:id="rId13"/>
    <p:sldId id="376" r:id="rId14"/>
    <p:sldId id="377" r:id="rId15"/>
    <p:sldId id="383" r:id="rId16"/>
    <p:sldId id="378" r:id="rId17"/>
    <p:sldId id="379" r:id="rId18"/>
    <p:sldId id="384" r:id="rId19"/>
    <p:sldId id="380" r:id="rId20"/>
    <p:sldId id="381" r:id="rId21"/>
    <p:sldId id="385" r:id="rId22"/>
    <p:sldId id="386" r:id="rId23"/>
    <p:sldId id="387" r:id="rId24"/>
    <p:sldId id="388" r:id="rId25"/>
    <p:sldId id="389" r:id="rId26"/>
    <p:sldId id="390" r:id="rId27"/>
    <p:sldId id="391" r:id="rId28"/>
    <p:sldId id="392" r:id="rId29"/>
    <p:sldId id="393" r:id="rId30"/>
    <p:sldId id="394" r:id="rId31"/>
    <p:sldId id="395" r:id="rId32"/>
    <p:sldId id="396" r:id="rId33"/>
    <p:sldId id="397" r:id="rId34"/>
    <p:sldId id="398" r:id="rId35"/>
    <p:sldId id="399" r:id="rId36"/>
    <p:sldId id="402" r:id="rId37"/>
    <p:sldId id="400" r:id="rId38"/>
    <p:sldId id="401" r:id="rId39"/>
    <p:sldId id="403" r:id="rId40"/>
    <p:sldId id="404" r:id="rId41"/>
    <p:sldId id="405" r:id="rId42"/>
    <p:sldId id="406" r:id="rId43"/>
    <p:sldId id="265" r:id="rId4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28"/>
    <p:restoredTop sz="94619"/>
  </p:normalViewPr>
  <p:slideViewPr>
    <p:cSldViewPr snapToGrid="0" snapToObjects="1">
      <p:cViewPr varScale="1">
        <p:scale>
          <a:sx n="59" d="100"/>
          <a:sy n="59" d="100"/>
        </p:scale>
        <p:origin x="150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customXml" Target="../customXml/item3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customXml" Target="../customXml/item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ictor Stany Rozario" userId="dbb37ec6-3e12-44d7-b04d-09b867830cae" providerId="ADAL" clId="{F727F302-2091-470C-A4A3-AE6E227EC11F}"/>
    <pc:docChg chg="undo custSel modSld">
      <pc:chgData name="Victor Stany Rozario" userId="dbb37ec6-3e12-44d7-b04d-09b867830cae" providerId="ADAL" clId="{F727F302-2091-470C-A4A3-AE6E227EC11F}" dt="2020-07-14T04:10:33.935" v="127" actId="1038"/>
      <pc:docMkLst>
        <pc:docMk/>
      </pc:docMkLst>
      <pc:sldChg chg="modSp mod">
        <pc:chgData name="Victor Stany Rozario" userId="dbb37ec6-3e12-44d7-b04d-09b867830cae" providerId="ADAL" clId="{F727F302-2091-470C-A4A3-AE6E227EC11F}" dt="2020-07-14T01:49:24.595" v="1" actId="20577"/>
        <pc:sldMkLst>
          <pc:docMk/>
          <pc:sldMk cId="424874041" sldId="257"/>
        </pc:sldMkLst>
      </pc:sldChg>
      <pc:sldChg chg="delSp modSp mod">
        <pc:chgData name="Victor Stany Rozario" userId="dbb37ec6-3e12-44d7-b04d-09b867830cae" providerId="ADAL" clId="{F727F302-2091-470C-A4A3-AE6E227EC11F}" dt="2020-07-14T04:10:33.935" v="127" actId="1038"/>
        <pc:sldMkLst>
          <pc:docMk/>
          <pc:sldMk cId="3844257740" sldId="371"/>
        </pc:sldMkLst>
      </pc:sldChg>
      <pc:sldChg chg="modSp mod">
        <pc:chgData name="Victor Stany Rozario" userId="dbb37ec6-3e12-44d7-b04d-09b867830cae" providerId="ADAL" clId="{F727F302-2091-470C-A4A3-AE6E227EC11F}" dt="2020-07-14T01:53:04.973" v="3" actId="20577"/>
        <pc:sldMkLst>
          <pc:docMk/>
          <pc:sldMk cId="4125125369" sldId="407"/>
        </pc:sldMkLst>
      </pc:sldChg>
    </pc:docChg>
  </pc:docChgLst>
  <pc:docChgLst>
    <pc:chgData name="Victor Stany Rozario" userId="dbb37ec6-3e12-44d7-b04d-09b867830cae" providerId="ADAL" clId="{A841EA63-45A6-4C27-A697-227E92B9EAB7}"/>
    <pc:docChg chg="modSld">
      <pc:chgData name="Victor Stany Rozario" userId="dbb37ec6-3e12-44d7-b04d-09b867830cae" providerId="ADAL" clId="{A841EA63-45A6-4C27-A697-227E92B9EAB7}" dt="2020-07-25T07:46:29.640" v="7" actId="20577"/>
      <pc:docMkLst>
        <pc:docMk/>
      </pc:docMkLst>
      <pc:sldChg chg="modSp mod">
        <pc:chgData name="Victor Stany Rozario" userId="dbb37ec6-3e12-44d7-b04d-09b867830cae" providerId="ADAL" clId="{A841EA63-45A6-4C27-A697-227E92B9EAB7}" dt="2020-07-25T07:46:29.640" v="7" actId="20577"/>
        <pc:sldMkLst>
          <pc:docMk/>
          <pc:sldMk cId="4125125369" sldId="407"/>
        </pc:sldMkLst>
      </pc:sldChg>
    </pc:docChg>
  </pc:docChgLst>
  <pc:docChgLst>
    <pc:chgData name="Saikat Baul" userId="dae859d7-ea3e-4a5d-83a1-d953f3940120" providerId="ADAL" clId="{5BD3CAB1-1F9F-416E-8A68-2C05D42BB534}"/>
    <pc:docChg chg="modSld">
      <pc:chgData name="Saikat Baul" userId="dae859d7-ea3e-4a5d-83a1-d953f3940120" providerId="ADAL" clId="{5BD3CAB1-1F9F-416E-8A68-2C05D42BB534}" dt="2025-03-25T05:03:22.918" v="0" actId="1036"/>
      <pc:docMkLst>
        <pc:docMk/>
      </pc:docMkLst>
      <pc:sldChg chg="modSp mod">
        <pc:chgData name="Saikat Baul" userId="dae859d7-ea3e-4a5d-83a1-d953f3940120" providerId="ADAL" clId="{5BD3CAB1-1F9F-416E-8A68-2C05D42BB534}" dt="2025-03-25T05:03:22.918" v="0" actId="1036"/>
        <pc:sldMkLst>
          <pc:docMk/>
          <pc:sldMk cId="682351402" sldId="377"/>
        </pc:sldMkLst>
        <pc:picChg chg="mod">
          <ac:chgData name="Saikat Baul" userId="dae859d7-ea3e-4a5d-83a1-d953f3940120" providerId="ADAL" clId="{5BD3CAB1-1F9F-416E-8A68-2C05D42BB534}" dt="2025-03-25T05:03:22.918" v="0" actId="1036"/>
          <ac:picMkLst>
            <pc:docMk/>
            <pc:sldMk cId="682351402" sldId="377"/>
            <ac:picMk id="3" creationId="{11C0456F-B22A-D84B-A7C4-682FE373212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DE9F8E-387F-7741-B173-CE0E7E491B3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5EFA3F-6CDE-0A49-9092-00020FAEB4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8244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864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6925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0192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120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2472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7082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5EFA3F-6CDE-0A49-9092-00020FAEB46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9279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6498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550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2714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477718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6350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01258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4316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168089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49273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0798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1110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592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4138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1194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25245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16684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44508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5191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743474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9368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44226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97649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5002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950610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60090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68992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42404F-EE53-E040-B897-990E8875EA01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7826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3/25/2025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stany@aiub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e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emf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2.pn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fr-FR" sz="4000" dirty="0" err="1"/>
              <a:t>Properties</a:t>
            </a:r>
            <a:r>
              <a:rPr lang="fr-FR" sz="4000" dirty="0"/>
              <a:t>, </a:t>
            </a:r>
            <a:r>
              <a:rPr lang="fr-FR" sz="4000" dirty="0" err="1"/>
              <a:t>Array</a:t>
            </a:r>
            <a:r>
              <a:rPr lang="fr-FR" sz="4000" dirty="0"/>
              <a:t>, Encapsulation</a:t>
            </a:r>
            <a:endParaRPr lang="en-US" sz="4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CSC 3115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1955351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887482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19149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2147967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 dirty="0"/>
                        <a:t>Lecturer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Summer 2019-2020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i="1" dirty="0"/>
                        <a:t>Victor Stany Rozario, </a:t>
                      </a:r>
                      <a:r>
                        <a:rPr lang="en-US" i="1" dirty="0">
                          <a:hlinkClick r:id="rId2"/>
                        </a:rPr>
                        <a:t>stany@aiub.edu</a:t>
                      </a:r>
                      <a:endParaRPr lang="en-US" i="1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2974769" y="1519623"/>
            <a:ext cx="4672940" cy="4846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Object Oriented Programming 2</a:t>
            </a:r>
          </a:p>
        </p:txBody>
      </p:sp>
    </p:spTree>
    <p:extLst>
      <p:ext uri="{BB962C8B-B14F-4D97-AF65-F5344CB8AC3E}">
        <p14:creationId xmlns:p14="http://schemas.microsoft.com/office/powerpoint/2010/main" val="4125125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Topics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8"/>
            <a:ext cx="7754112" cy="3009930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endParaRPr lang="en-US" sz="2800" dirty="0">
              <a:solidFill>
                <a:schemeClr val="tx1"/>
              </a:solidFill>
            </a:endParaRP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Properties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OOP principles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Encapsulation</a:t>
            </a:r>
          </a:p>
          <a:p>
            <a:pPr marL="342900" indent="-342900">
              <a:buFont typeface="Wingdings" pitchFamily="2" charset="2"/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Array 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4047A9-EAE1-1A4F-94C7-437630DF3B6E}"/>
              </a:ext>
            </a:extLst>
          </p:cNvPr>
          <p:cNvSpPr txBox="1"/>
          <p:nvPr/>
        </p:nvSpPr>
        <p:spPr>
          <a:xfrm>
            <a:off x="621438" y="2613392"/>
            <a:ext cx="7752122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670"/>
              </a:spcBef>
              <a:buFont typeface="Wingdings"/>
              <a:buChar char=""/>
              <a:tabLst>
                <a:tab pos="354965" algn="l"/>
                <a:tab pos="355600" algn="l"/>
              </a:tabLst>
            </a:pPr>
            <a:r>
              <a:rPr lang="en-US" sz="2400" dirty="0">
                <a:latin typeface="Comic Sans MS"/>
                <a:cs typeface="Comic Sans MS"/>
              </a:rPr>
              <a:t>Encapsulation</a:t>
            </a:r>
          </a:p>
          <a:p>
            <a:pPr marL="755650" lvl="1" indent="-285750">
              <a:lnSpc>
                <a:spcPct val="100000"/>
              </a:lnSpc>
              <a:spcBef>
                <a:spcPts val="570"/>
              </a:spcBef>
              <a:buClr>
                <a:srgbClr val="9A0000"/>
              </a:buClr>
              <a:buSzPct val="79166"/>
              <a:buFont typeface="Wingdings"/>
              <a:buChar char=""/>
              <a:tabLst>
                <a:tab pos="755650" algn="l"/>
              </a:tabLst>
            </a:pPr>
            <a:r>
              <a:rPr lang="en-US" sz="2400" dirty="0">
                <a:solidFill>
                  <a:srgbClr val="0033CC"/>
                </a:solidFill>
                <a:latin typeface="Comic Sans MS"/>
                <a:cs typeface="Comic Sans MS"/>
              </a:rPr>
              <a:t>Encapsulate </a:t>
            </a:r>
            <a:r>
              <a:rPr lang="en-US" sz="2400" spc="-5" dirty="0">
                <a:solidFill>
                  <a:srgbClr val="0033CC"/>
                </a:solidFill>
                <a:latin typeface="Comic Sans MS"/>
                <a:cs typeface="Comic Sans MS"/>
              </a:rPr>
              <a:t>the inner details of</a:t>
            </a:r>
            <a:r>
              <a:rPr lang="en-US" sz="2400" spc="-45" dirty="0">
                <a:solidFill>
                  <a:srgbClr val="0033CC"/>
                </a:solidFill>
                <a:latin typeface="Comic Sans MS"/>
                <a:cs typeface="Comic Sans MS"/>
              </a:rPr>
              <a:t> </a:t>
            </a:r>
            <a:r>
              <a:rPr lang="en-US" sz="2400" spc="-5" dirty="0">
                <a:solidFill>
                  <a:srgbClr val="0033CC"/>
                </a:solidFill>
                <a:latin typeface="Comic Sans MS"/>
                <a:cs typeface="Comic Sans MS"/>
              </a:rPr>
              <a:t>implementation</a:t>
            </a:r>
            <a:endParaRPr lang="en-US" sz="2400" dirty="0">
              <a:latin typeface="Comic Sans MS"/>
              <a:cs typeface="Comic Sans MS"/>
            </a:endParaRPr>
          </a:p>
          <a:p>
            <a:pPr marL="755650" lvl="1" indent="-285750">
              <a:lnSpc>
                <a:spcPct val="100000"/>
              </a:lnSpc>
              <a:spcBef>
                <a:spcPts val="570"/>
              </a:spcBef>
              <a:buClr>
                <a:srgbClr val="9A0000"/>
              </a:buClr>
              <a:buSzPct val="79166"/>
              <a:buFont typeface="Wingdings"/>
              <a:buChar char=""/>
              <a:tabLst>
                <a:tab pos="755650" algn="l"/>
              </a:tabLst>
            </a:pPr>
            <a:r>
              <a:rPr lang="en-US" sz="2400" dirty="0">
                <a:solidFill>
                  <a:srgbClr val="0033CC"/>
                </a:solidFill>
                <a:latin typeface="Comic Sans MS"/>
                <a:cs typeface="Comic Sans MS"/>
              </a:rPr>
              <a:t>Protect</a:t>
            </a:r>
            <a:r>
              <a:rPr lang="en-US" sz="2400" spc="-5" dirty="0">
                <a:solidFill>
                  <a:srgbClr val="0033CC"/>
                </a:solidFill>
                <a:latin typeface="Comic Sans MS"/>
                <a:cs typeface="Comic Sans MS"/>
              </a:rPr>
              <a:t> data</a:t>
            </a:r>
            <a:endParaRPr lang="en-US" sz="2400" dirty="0">
              <a:latin typeface="Comic Sans MS"/>
              <a:cs typeface="Comic Sans MS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43907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0BB683B-F25B-D249-ACC7-E993E5538A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70" y="319596"/>
            <a:ext cx="8875059" cy="6418555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34827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FDC5090-04F0-E043-BDA6-4157C584A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70" y="452718"/>
            <a:ext cx="8875059" cy="640528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72377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7FE216B-3938-FC4C-8DF2-60EEA3629F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70" y="239697"/>
            <a:ext cx="8875059" cy="661830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3446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4569CD3-85E2-8B44-B089-200FA5C646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70" y="213064"/>
            <a:ext cx="8875059" cy="6644936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001352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Group 4">
            <a:extLst>
              <a:ext uri="{FF2B5EF4-FFF2-40B4-BE49-F238E27FC236}">
                <a16:creationId xmlns:a16="http://schemas.microsoft.com/office/drawing/2014/main" id="{9782BA35-A44E-403B-81BE-D14EF249E16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7790" y="238126"/>
            <a:ext cx="8937627" cy="6627812"/>
            <a:chOff x="49" y="150"/>
            <a:chExt cx="5630" cy="4175"/>
          </a:xfrm>
        </p:grpSpPr>
        <p:sp>
          <p:nvSpPr>
            <p:cNvPr id="6" name="AutoShape 3">
              <a:extLst>
                <a:ext uri="{FF2B5EF4-FFF2-40B4-BE49-F238E27FC236}">
                  <a16:creationId xmlns:a16="http://schemas.microsoft.com/office/drawing/2014/main" id="{B43FBE22-D267-49BB-9B84-35CA6113CE69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85" y="151"/>
              <a:ext cx="5590" cy="4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grpSp>
          <p:nvGrpSpPr>
            <p:cNvPr id="7" name="Group 205">
              <a:extLst>
                <a:ext uri="{FF2B5EF4-FFF2-40B4-BE49-F238E27FC236}">
                  <a16:creationId xmlns:a16="http://schemas.microsoft.com/office/drawing/2014/main" id="{7FCDD275-58E0-4221-BF44-5F3062A008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9" y="150"/>
              <a:ext cx="5630" cy="4175"/>
              <a:chOff x="49" y="150"/>
              <a:chExt cx="5630" cy="4175"/>
            </a:xfrm>
          </p:grpSpPr>
          <p:sp>
            <p:nvSpPr>
              <p:cNvPr id="336" name="Freeform 5">
                <a:extLst>
                  <a:ext uri="{FF2B5EF4-FFF2-40B4-BE49-F238E27FC236}">
                    <a16:creationId xmlns:a16="http://schemas.microsoft.com/office/drawing/2014/main" id="{47C29C9B-33CB-4091-816D-960B19DBF2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5" y="151"/>
                <a:ext cx="5594" cy="4174"/>
              </a:xfrm>
              <a:custGeom>
                <a:avLst/>
                <a:gdLst>
                  <a:gd name="T0" fmla="*/ 0 w 10556"/>
                  <a:gd name="T1" fmla="*/ 8158 h 8158"/>
                  <a:gd name="T2" fmla="*/ 0 w 10556"/>
                  <a:gd name="T3" fmla="*/ 8158 h 8158"/>
                  <a:gd name="T4" fmla="*/ 10556 w 10556"/>
                  <a:gd name="T5" fmla="*/ 8158 h 8158"/>
                  <a:gd name="T6" fmla="*/ 10556 w 10556"/>
                  <a:gd name="T7" fmla="*/ 0 h 8158"/>
                  <a:gd name="T8" fmla="*/ 0 w 10556"/>
                  <a:gd name="T9" fmla="*/ 0 h 8158"/>
                  <a:gd name="T10" fmla="*/ 0 w 10556"/>
                  <a:gd name="T11" fmla="*/ 8158 h 815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556" h="8158">
                    <a:moveTo>
                      <a:pt x="0" y="8158"/>
                    </a:moveTo>
                    <a:lnTo>
                      <a:pt x="0" y="8158"/>
                    </a:lnTo>
                    <a:lnTo>
                      <a:pt x="10556" y="8158"/>
                    </a:lnTo>
                    <a:lnTo>
                      <a:pt x="10556" y="0"/>
                    </a:lnTo>
                    <a:lnTo>
                      <a:pt x="0" y="0"/>
                    </a:lnTo>
                    <a:lnTo>
                      <a:pt x="0" y="8158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7" name="Freeform 6">
                <a:extLst>
                  <a:ext uri="{FF2B5EF4-FFF2-40B4-BE49-F238E27FC236}">
                    <a16:creationId xmlns:a16="http://schemas.microsoft.com/office/drawing/2014/main" id="{ACA215E0-AB9A-406A-839C-424A76F941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" y="150"/>
                <a:ext cx="5596" cy="4175"/>
              </a:xfrm>
              <a:custGeom>
                <a:avLst/>
                <a:gdLst>
                  <a:gd name="T0" fmla="*/ 0 w 10559"/>
                  <a:gd name="T1" fmla="*/ 8159 h 8159"/>
                  <a:gd name="T2" fmla="*/ 0 w 10559"/>
                  <a:gd name="T3" fmla="*/ 8159 h 8159"/>
                  <a:gd name="T4" fmla="*/ 10559 w 10559"/>
                  <a:gd name="T5" fmla="*/ 8159 h 8159"/>
                  <a:gd name="T6" fmla="*/ 10559 w 10559"/>
                  <a:gd name="T7" fmla="*/ 0 h 8159"/>
                  <a:gd name="T8" fmla="*/ 0 w 10559"/>
                  <a:gd name="T9" fmla="*/ 0 h 8159"/>
                  <a:gd name="T10" fmla="*/ 0 w 10559"/>
                  <a:gd name="T11" fmla="*/ 8159 h 81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559" h="8159">
                    <a:moveTo>
                      <a:pt x="0" y="8159"/>
                    </a:moveTo>
                    <a:lnTo>
                      <a:pt x="0" y="8159"/>
                    </a:lnTo>
                    <a:lnTo>
                      <a:pt x="10559" y="8159"/>
                    </a:lnTo>
                    <a:lnTo>
                      <a:pt x="10559" y="0"/>
                    </a:lnTo>
                    <a:lnTo>
                      <a:pt x="0" y="0"/>
                    </a:lnTo>
                    <a:lnTo>
                      <a:pt x="0" y="8159"/>
                    </a:lnTo>
                    <a:close/>
                  </a:path>
                </a:pathLst>
              </a:custGeom>
              <a:solidFill>
                <a:srgbClr val="FFFFFF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sp>
            <p:nvSpPr>
              <p:cNvPr id="338" name="Freeform 7">
                <a:extLst>
                  <a:ext uri="{FF2B5EF4-FFF2-40B4-BE49-F238E27FC236}">
                    <a16:creationId xmlns:a16="http://schemas.microsoft.com/office/drawing/2014/main" id="{6DF62475-B45D-495E-B7CF-07DAD17CE8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" y="845"/>
                <a:ext cx="4809" cy="0"/>
              </a:xfrm>
              <a:custGeom>
                <a:avLst/>
                <a:gdLst>
                  <a:gd name="T0" fmla="*/ 0 w 9074"/>
                  <a:gd name="T1" fmla="*/ 0 w 9074"/>
                  <a:gd name="T2" fmla="*/ 9074 w 9074"/>
                </a:gdLst>
                <a:ahLst/>
                <a:cxnLst>
                  <a:cxn ang="0">
                    <a:pos x="T0" y="0"/>
                  </a:cxn>
                  <a:cxn ang="0">
                    <a:pos x="T1" y="0"/>
                  </a:cxn>
                  <a:cxn ang="0">
                    <a:pos x="T2" y="0"/>
                  </a:cxn>
                </a:cxnLst>
                <a:rect l="0" t="0" r="r" b="b"/>
                <a:pathLst>
                  <a:path w="9074">
                    <a:moveTo>
                      <a:pt x="0" y="0"/>
                    </a:moveTo>
                    <a:lnTo>
                      <a:pt x="0" y="0"/>
                    </a:lnTo>
                    <a:lnTo>
                      <a:pt x="9074" y="0"/>
                    </a:lnTo>
                  </a:path>
                </a:pathLst>
              </a:custGeom>
              <a:noFill/>
              <a:ln w="7938" cap="flat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/>
              </a:p>
            </p:txBody>
          </p:sp>
          <p:pic>
            <p:nvPicPr>
              <p:cNvPr id="1032" name="Picture 8">
                <a:extLst>
                  <a:ext uri="{FF2B5EF4-FFF2-40B4-BE49-F238E27FC236}">
                    <a16:creationId xmlns:a16="http://schemas.microsoft.com/office/drawing/2014/main" id="{833AFDFC-A3FE-48DB-A1F2-AAE6C681C81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126" y="479"/>
                <a:ext cx="190" cy="20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39" name="Rectangle 9">
                <a:extLst>
                  <a:ext uri="{FF2B5EF4-FFF2-40B4-BE49-F238E27FC236}">
                    <a16:creationId xmlns:a16="http://schemas.microsoft.com/office/drawing/2014/main" id="{290026EF-1552-41E8-9FF6-B6A6469126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" y="511"/>
                <a:ext cx="643" cy="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700" b="0" i="0" u="none" strike="noStrike" cap="none" normalizeH="0" baseline="0">
                    <a:ln>
                      <a:noFill/>
                    </a:ln>
                    <a:solidFill>
                      <a:srgbClr val="3E609E"/>
                    </a:solidFill>
                    <a:effectLst/>
                    <a:latin typeface="Verdana" panose="020B0604030504040204" pitchFamily="34" charset="0"/>
                  </a:rPr>
                  <a:t>Prop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40" name="Rectangle 10">
                <a:extLst>
                  <a:ext uri="{FF2B5EF4-FFF2-40B4-BE49-F238E27FC236}">
                    <a16:creationId xmlns:a16="http://schemas.microsoft.com/office/drawing/2014/main" id="{CF0E7F84-0603-4024-834D-87914527DD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8" y="511"/>
                <a:ext cx="256" cy="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700" b="0" i="0" u="none" strike="noStrike" cap="none" normalizeH="0" baseline="0">
                    <a:ln>
                      <a:noFill/>
                    </a:ln>
                    <a:solidFill>
                      <a:srgbClr val="3E609E"/>
                    </a:solidFill>
                    <a:effectLst/>
                    <a:latin typeface="Verdana" panose="020B060403050404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41" name="Rectangle 11">
                <a:extLst>
                  <a:ext uri="{FF2B5EF4-FFF2-40B4-BE49-F238E27FC236}">
                    <a16:creationId xmlns:a16="http://schemas.microsoft.com/office/drawing/2014/main" id="{1F55A552-DBF8-46B0-80FE-8ACAA6AB67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3" y="511"/>
                <a:ext cx="308" cy="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700" b="0" i="0" u="none" strike="noStrike" cap="none" normalizeH="0" baseline="0">
                    <a:ln>
                      <a:noFill/>
                    </a:ln>
                    <a:solidFill>
                      <a:srgbClr val="3E609E"/>
                    </a:solidFill>
                    <a:effectLst/>
                    <a:latin typeface="Verdana" panose="020B0604030504040204" pitchFamily="34" charset="0"/>
                  </a:rPr>
                  <a:t>rt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42" name="Rectangle 12">
                <a:extLst>
                  <a:ext uri="{FF2B5EF4-FFF2-40B4-BE49-F238E27FC236}">
                    <a16:creationId xmlns:a16="http://schemas.microsoft.com/office/drawing/2014/main" id="{93449307-045C-4AD0-BFB4-E127059B01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7" y="511"/>
                <a:ext cx="255" cy="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700" b="0" i="0" u="none" strike="noStrike" cap="none" normalizeH="0" baseline="0">
                    <a:ln>
                      <a:noFill/>
                    </a:ln>
                    <a:solidFill>
                      <a:srgbClr val="3E609E"/>
                    </a:solidFill>
                    <a:effectLst/>
                    <a:latin typeface="Verdana" panose="020B0604030504040204" pitchFamily="34" charset="0"/>
                  </a:rPr>
                  <a:t>y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43" name="Rectangle 13">
                <a:extLst>
                  <a:ext uri="{FF2B5EF4-FFF2-40B4-BE49-F238E27FC236}">
                    <a16:creationId xmlns:a16="http://schemas.microsoft.com/office/drawing/2014/main" id="{121668B2-B4EE-4C98-8BEB-D97F4687D2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9" y="511"/>
                <a:ext cx="319" cy="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700" b="0" i="0" u="none" strike="noStrike" cap="none" normalizeH="0" baseline="0">
                    <a:ln>
                      <a:noFill/>
                    </a:ln>
                    <a:solidFill>
                      <a:srgbClr val="3E609E"/>
                    </a:solidFill>
                    <a:effectLst/>
                    <a:latin typeface="Verdana" panose="020B0604030504040204" pitchFamily="34" charset="0"/>
                  </a:rPr>
                  <a:t>vi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44" name="Rectangle 14">
                <a:extLst>
                  <a:ext uri="{FF2B5EF4-FFF2-40B4-BE49-F238E27FC236}">
                    <a16:creationId xmlns:a16="http://schemas.microsoft.com/office/drawing/2014/main" id="{371C3E65-3100-4659-83B3-5279F108EF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74" y="511"/>
                <a:ext cx="239" cy="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700" b="0" i="0" u="none" strike="noStrike" cap="none" normalizeH="0" baseline="0">
                    <a:ln>
                      <a:noFill/>
                    </a:ln>
                    <a:solidFill>
                      <a:srgbClr val="3E609E"/>
                    </a:solidFill>
                    <a:effectLst/>
                    <a:latin typeface="Verdana" panose="020B060403050404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45" name="Rectangle 15">
                <a:extLst>
                  <a:ext uri="{FF2B5EF4-FFF2-40B4-BE49-F238E27FC236}">
                    <a16:creationId xmlns:a16="http://schemas.microsoft.com/office/drawing/2014/main" id="{FB9DFDD1-F007-43A0-BD49-0CD9B7B250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1" y="511"/>
                <a:ext cx="182" cy="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700" b="0" i="0" u="none" strike="noStrike" cap="none" normalizeH="0" baseline="0">
                    <a:ln>
                      <a:noFill/>
                    </a:ln>
                    <a:solidFill>
                      <a:srgbClr val="3E609E"/>
                    </a:solidFill>
                    <a:effectLst/>
                    <a:latin typeface="Verdana" panose="020B0604030504040204" pitchFamily="34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46" name="Rectangle 16">
                <a:extLst>
                  <a:ext uri="{FF2B5EF4-FFF2-40B4-BE49-F238E27FC236}">
                    <a16:creationId xmlns:a16="http://schemas.microsoft.com/office/drawing/2014/main" id="{F1AFDCB0-5359-4C15-9F76-46CE0B3FE4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3" y="511"/>
                <a:ext cx="327" cy="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700" b="0" i="0" u="none" strike="noStrike" cap="none" normalizeH="0" baseline="0">
                    <a:ln>
                      <a:noFill/>
                    </a:ln>
                    <a:solidFill>
                      <a:srgbClr val="3E609E"/>
                    </a:solidFill>
                    <a:effectLst/>
                    <a:latin typeface="Verdana" panose="020B0604030504040204" pitchFamily="34" charset="0"/>
                  </a:rPr>
                  <a:t>bi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47" name="Rectangle 17">
                <a:extLst>
                  <a:ext uri="{FF2B5EF4-FFF2-40B4-BE49-F238E27FC236}">
                    <a16:creationId xmlns:a16="http://schemas.microsoft.com/office/drawing/2014/main" id="{9AAE9367-C467-4222-BC4A-809B669A33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5" y="511"/>
                <a:ext cx="182" cy="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700" b="0" i="0" u="none" strike="noStrike" cap="none" normalizeH="0" baseline="0">
                    <a:ln>
                      <a:noFill/>
                    </a:ln>
                    <a:solidFill>
                      <a:srgbClr val="3E609E"/>
                    </a:solidFill>
                    <a:effectLst/>
                    <a:latin typeface="Verdana" panose="020B0604030504040204" pitchFamily="34" charset="0"/>
                  </a:rPr>
                  <a:t>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48" name="Rectangle 18">
                <a:extLst>
                  <a:ext uri="{FF2B5EF4-FFF2-40B4-BE49-F238E27FC236}">
                    <a16:creationId xmlns:a16="http://schemas.microsoft.com/office/drawing/2014/main" id="{8663F5AF-9335-4BC2-BBF6-E73FB1A567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7" y="511"/>
                <a:ext cx="182" cy="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700" b="0" i="0" u="none" strike="noStrike" cap="none" normalizeH="0" baseline="0">
                    <a:ln>
                      <a:noFill/>
                    </a:ln>
                    <a:solidFill>
                      <a:srgbClr val="3E609E"/>
                    </a:solidFill>
                    <a:effectLst/>
                    <a:latin typeface="Verdana" panose="020B0604030504040204" pitchFamily="34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49" name="Rectangle 19">
                <a:extLst>
                  <a:ext uri="{FF2B5EF4-FFF2-40B4-BE49-F238E27FC236}">
                    <a16:creationId xmlns:a16="http://schemas.microsoft.com/office/drawing/2014/main" id="{591910BD-29AC-46C1-A9B4-A93FFE691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9" y="511"/>
                <a:ext cx="209" cy="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700" b="0" i="0" u="none" strike="noStrike" cap="none" normalizeH="0" baseline="0">
                    <a:ln>
                      <a:noFill/>
                    </a:ln>
                    <a:solidFill>
                      <a:srgbClr val="3E609E"/>
                    </a:solidFill>
                    <a:effectLst/>
                    <a:latin typeface="Verdana" panose="020B060403050404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0" name="Rectangle 20">
                <a:extLst>
                  <a:ext uri="{FF2B5EF4-FFF2-40B4-BE49-F238E27FC236}">
                    <a16:creationId xmlns:a16="http://schemas.microsoft.com/office/drawing/2014/main" id="{1B2FC163-2D9F-416F-8E45-55A9815C13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67" y="511"/>
                <a:ext cx="255" cy="31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2700" b="0" i="0" u="none" strike="noStrike" cap="none" normalizeH="0" baseline="0">
                    <a:ln>
                      <a:noFill/>
                    </a:ln>
                    <a:solidFill>
                      <a:srgbClr val="3E609E"/>
                    </a:solidFill>
                    <a:effectLst/>
                    <a:latin typeface="Verdana" panose="020B0604030504040204" pitchFamily="34" charset="0"/>
                  </a:rPr>
                  <a:t>y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51" name="Rectangle 21">
                <a:extLst>
                  <a:ext uri="{FF2B5EF4-FFF2-40B4-BE49-F238E27FC236}">
                    <a16:creationId xmlns:a16="http://schemas.microsoft.com/office/drawing/2014/main" id="{64888142-6466-49C0-9418-809E17A757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" y="981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/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24" name="Rectangle 22">
                <a:extLst>
                  <a:ext uri="{FF2B5EF4-FFF2-40B4-BE49-F238E27FC236}">
                    <a16:creationId xmlns:a16="http://schemas.microsoft.com/office/drawing/2014/main" id="{A6C254DF-D608-4A45-A6C2-04EC801DE3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" y="981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/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25" name="Rectangle 23">
                <a:extLst>
                  <a:ext uri="{FF2B5EF4-FFF2-40B4-BE49-F238E27FC236}">
                    <a16:creationId xmlns:a16="http://schemas.microsoft.com/office/drawing/2014/main" id="{8316C7CF-7D85-4F0B-8E4F-9C42C10B56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9" y="981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26" name="Rectangle 24">
                <a:extLst>
                  <a:ext uri="{FF2B5EF4-FFF2-40B4-BE49-F238E27FC236}">
                    <a16:creationId xmlns:a16="http://schemas.microsoft.com/office/drawing/2014/main" id="{4F19185A-4D55-4BA1-B899-6E45FA6740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981"/>
                <a:ext cx="139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27" name="Rectangle 25">
                <a:extLst>
                  <a:ext uri="{FF2B5EF4-FFF2-40B4-BE49-F238E27FC236}">
                    <a16:creationId xmlns:a16="http://schemas.microsoft.com/office/drawing/2014/main" id="{5110139E-F5DA-4338-BA36-03E5C0ED7A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8" y="981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h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28" name="Rectangle 26">
                <a:extLst>
                  <a:ext uri="{FF2B5EF4-FFF2-40B4-BE49-F238E27FC236}">
                    <a16:creationId xmlns:a16="http://schemas.microsoft.com/office/drawing/2014/main" id="{D43D4A2D-4A53-4FD8-AE02-A44ED2ABF0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9" y="981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29" name="Rectangle 27">
                <a:extLst>
                  <a:ext uri="{FF2B5EF4-FFF2-40B4-BE49-F238E27FC236}">
                    <a16:creationId xmlns:a16="http://schemas.microsoft.com/office/drawing/2014/main" id="{9A1C1669-88FC-4BB9-BB9C-9CFD9C078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9" y="981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30" name="Rectangle 28">
                <a:extLst>
                  <a:ext uri="{FF2B5EF4-FFF2-40B4-BE49-F238E27FC236}">
                    <a16:creationId xmlns:a16="http://schemas.microsoft.com/office/drawing/2014/main" id="{C898E384-0252-427C-8BE3-632AF7C293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4" y="981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g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31" name="Rectangle 29">
                <a:extLst>
                  <a:ext uri="{FF2B5EF4-FFF2-40B4-BE49-F238E27FC236}">
                    <a16:creationId xmlns:a16="http://schemas.microsoft.com/office/drawing/2014/main" id="{04CF2284-CF85-42B8-B1E2-FAD15FFF38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5" y="981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33" name="Rectangle 30">
                <a:extLst>
                  <a:ext uri="{FF2B5EF4-FFF2-40B4-BE49-F238E27FC236}">
                    <a16:creationId xmlns:a16="http://schemas.microsoft.com/office/drawing/2014/main" id="{C9238CB7-61E8-4989-8B54-3A11D063D1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5" y="981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34" name="Rectangle 31">
                <a:extLst>
                  <a:ext uri="{FF2B5EF4-FFF2-40B4-BE49-F238E27FC236}">
                    <a16:creationId xmlns:a16="http://schemas.microsoft.com/office/drawing/2014/main" id="{B440C65A-53C8-4768-B471-BDA14E11FB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0" y="981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35" name="Rectangle 32">
                <a:extLst>
                  <a:ext uri="{FF2B5EF4-FFF2-40B4-BE49-F238E27FC236}">
                    <a16:creationId xmlns:a16="http://schemas.microsoft.com/office/drawing/2014/main" id="{65CB3511-E8B6-4945-B79F-C03AD28EA3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5" y="981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36" name="Rectangle 33">
                <a:extLst>
                  <a:ext uri="{FF2B5EF4-FFF2-40B4-BE49-F238E27FC236}">
                    <a16:creationId xmlns:a16="http://schemas.microsoft.com/office/drawing/2014/main" id="{65B2B01B-A036-4279-B1AC-DE9FFBCF46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5" y="981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37" name="Rectangle 34">
                <a:extLst>
                  <a:ext uri="{FF2B5EF4-FFF2-40B4-BE49-F238E27FC236}">
                    <a16:creationId xmlns:a16="http://schemas.microsoft.com/office/drawing/2014/main" id="{6DE8C745-11FB-4270-8445-D41B9CE5FB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6" y="981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d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38" name="Rectangle 35">
                <a:extLst>
                  <a:ext uri="{FF2B5EF4-FFF2-40B4-BE49-F238E27FC236}">
                    <a16:creationId xmlns:a16="http://schemas.microsoft.com/office/drawing/2014/main" id="{A4B0C027-C0DD-4F4A-9628-3145592E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5" y="981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39" name="Rectangle 36">
                <a:extLst>
                  <a:ext uri="{FF2B5EF4-FFF2-40B4-BE49-F238E27FC236}">
                    <a16:creationId xmlns:a16="http://schemas.microsoft.com/office/drawing/2014/main" id="{8A93FC13-6199-4E03-B34F-BEC6050289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0" y="981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40" name="Rectangle 37">
                <a:extLst>
                  <a:ext uri="{FF2B5EF4-FFF2-40B4-BE49-F238E27FC236}">
                    <a16:creationId xmlns:a16="http://schemas.microsoft.com/office/drawing/2014/main" id="{2635BB0E-5C0A-4B3F-AFAD-A2D3ACE7BB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04" y="981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41" name="Rectangle 38">
                <a:extLst>
                  <a:ext uri="{FF2B5EF4-FFF2-40B4-BE49-F238E27FC236}">
                    <a16:creationId xmlns:a16="http://schemas.microsoft.com/office/drawing/2014/main" id="{DF7C94D0-6A29-45D1-942D-01434ABFA0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4" y="981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42" name="Rectangle 39">
                <a:extLst>
                  <a:ext uri="{FF2B5EF4-FFF2-40B4-BE49-F238E27FC236}">
                    <a16:creationId xmlns:a16="http://schemas.microsoft.com/office/drawing/2014/main" id="{3F6C48B0-0FBD-4237-BA76-707D69565B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9" y="981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43" name="Rectangle 40">
                <a:extLst>
                  <a:ext uri="{FF2B5EF4-FFF2-40B4-BE49-F238E27FC236}">
                    <a16:creationId xmlns:a16="http://schemas.microsoft.com/office/drawing/2014/main" id="{39892550-E37D-4C93-A0E5-09E962B79B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44" y="981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44" name="Rectangle 41">
                <a:extLst>
                  <a:ext uri="{FF2B5EF4-FFF2-40B4-BE49-F238E27FC236}">
                    <a16:creationId xmlns:a16="http://schemas.microsoft.com/office/drawing/2014/main" id="{297498C8-F0B8-46B1-8E0E-DC6608CC29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2" y="981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45" name="Rectangle 42">
                <a:extLst>
                  <a:ext uri="{FF2B5EF4-FFF2-40B4-BE49-F238E27FC236}">
                    <a16:creationId xmlns:a16="http://schemas.microsoft.com/office/drawing/2014/main" id="{458BB930-5943-4646-A25F-724F6B20E3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2" y="981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g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46" name="Rectangle 43">
                <a:extLst>
                  <a:ext uri="{FF2B5EF4-FFF2-40B4-BE49-F238E27FC236}">
                    <a16:creationId xmlns:a16="http://schemas.microsoft.com/office/drawing/2014/main" id="{0A614BDC-1FEC-490D-B152-15CFBC48E7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2" y="981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47" name="Rectangle 44">
                <a:extLst>
                  <a:ext uri="{FF2B5EF4-FFF2-40B4-BE49-F238E27FC236}">
                    <a16:creationId xmlns:a16="http://schemas.microsoft.com/office/drawing/2014/main" id="{1CC02D24-0AA0-4CA1-8E80-093AEFD885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1" y="981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48" name="Rectangle 45">
                <a:extLst>
                  <a:ext uri="{FF2B5EF4-FFF2-40B4-BE49-F238E27FC236}">
                    <a16:creationId xmlns:a16="http://schemas.microsoft.com/office/drawing/2014/main" id="{0F82D4C9-A1A2-453B-914E-2834C56A3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04" y="981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49" name="Rectangle 46">
                <a:extLst>
                  <a:ext uri="{FF2B5EF4-FFF2-40B4-BE49-F238E27FC236}">
                    <a16:creationId xmlns:a16="http://schemas.microsoft.com/office/drawing/2014/main" id="{A1885CCD-05B3-4B5C-BD8D-1899B3A86D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9" y="981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50" name="Rectangle 47">
                <a:extLst>
                  <a:ext uri="{FF2B5EF4-FFF2-40B4-BE49-F238E27FC236}">
                    <a16:creationId xmlns:a16="http://schemas.microsoft.com/office/drawing/2014/main" id="{ACDB1599-7C17-4BB5-A50B-43887BBAF0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7" y="981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51" name="Rectangle 48">
                <a:extLst>
                  <a:ext uri="{FF2B5EF4-FFF2-40B4-BE49-F238E27FC236}">
                    <a16:creationId xmlns:a16="http://schemas.microsoft.com/office/drawing/2014/main" id="{A71C8C6F-5B26-40A6-81FC-70D354AB59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0" y="981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52" name="Rectangle 49">
                <a:extLst>
                  <a:ext uri="{FF2B5EF4-FFF2-40B4-BE49-F238E27FC236}">
                    <a16:creationId xmlns:a16="http://schemas.microsoft.com/office/drawing/2014/main" id="{22907DA9-9448-4177-943A-4981B7DBF1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5" y="981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b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53" name="Rectangle 50">
                <a:extLst>
                  <a:ext uri="{FF2B5EF4-FFF2-40B4-BE49-F238E27FC236}">
                    <a16:creationId xmlns:a16="http://schemas.microsoft.com/office/drawing/2014/main" id="{189BB28C-3583-4E6F-AA9B-C545D5FA92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35" y="981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54" name="Rectangle 51">
                <a:extLst>
                  <a:ext uri="{FF2B5EF4-FFF2-40B4-BE49-F238E27FC236}">
                    <a16:creationId xmlns:a16="http://schemas.microsoft.com/office/drawing/2014/main" id="{E1FAF08C-942F-433B-8B74-86CD323DCD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6" y="981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55" name="Rectangle 52">
                <a:extLst>
                  <a:ext uri="{FF2B5EF4-FFF2-40B4-BE49-F238E27FC236}">
                    <a16:creationId xmlns:a16="http://schemas.microsoft.com/office/drawing/2014/main" id="{1E35AEEB-69CE-4E0D-9154-C2F989EF4E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41" y="981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h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56" name="Rectangle 53">
                <a:extLst>
                  <a:ext uri="{FF2B5EF4-FFF2-40B4-BE49-F238E27FC236}">
                    <a16:creationId xmlns:a16="http://schemas.microsoft.com/office/drawing/2014/main" id="{A0FEAAFC-27A6-411D-80BC-2A4C4B15D3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44" y="981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p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57" name="Rectangle 54">
                <a:extLst>
                  <a:ext uri="{FF2B5EF4-FFF2-40B4-BE49-F238E27FC236}">
                    <a16:creationId xmlns:a16="http://schemas.microsoft.com/office/drawing/2014/main" id="{A67F5636-3F37-44E8-A37A-D57F3D7581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14" y="981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u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58" name="Rectangle 55">
                <a:extLst>
                  <a:ext uri="{FF2B5EF4-FFF2-40B4-BE49-F238E27FC236}">
                    <a16:creationId xmlns:a16="http://schemas.microsoft.com/office/drawing/2014/main" id="{3D164F2D-070E-4E84-AFC7-32F895BC57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84" y="981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b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59" name="Rectangle 56">
                <a:extLst>
                  <a:ext uri="{FF2B5EF4-FFF2-40B4-BE49-F238E27FC236}">
                    <a16:creationId xmlns:a16="http://schemas.microsoft.com/office/drawing/2014/main" id="{5E76C8CD-0672-4DC5-BAB1-53FA0DBCEA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54" y="981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60" name="Rectangle 57">
                <a:extLst>
                  <a:ext uri="{FF2B5EF4-FFF2-40B4-BE49-F238E27FC236}">
                    <a16:creationId xmlns:a16="http://schemas.microsoft.com/office/drawing/2014/main" id="{0CE52E99-BD3E-46EE-8373-B52888C33C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81" y="981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61" name="Rectangle 58">
                <a:extLst>
                  <a:ext uri="{FF2B5EF4-FFF2-40B4-BE49-F238E27FC236}">
                    <a16:creationId xmlns:a16="http://schemas.microsoft.com/office/drawing/2014/main" id="{95379E6A-B114-4EF7-8C2C-BDF3CF76EC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9" y="981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62" name="Rectangle 59">
                <a:extLst>
                  <a:ext uri="{FF2B5EF4-FFF2-40B4-BE49-F238E27FC236}">
                    <a16:creationId xmlns:a16="http://schemas.microsoft.com/office/drawing/2014/main" id="{CD7F1134-B619-47FD-B945-584AA38C7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72" y="981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,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63" name="Rectangle 60">
                <a:extLst>
                  <a:ext uri="{FF2B5EF4-FFF2-40B4-BE49-F238E27FC236}">
                    <a16:creationId xmlns:a16="http://schemas.microsoft.com/office/drawing/2014/main" id="{47338614-66CC-4B6B-82A2-AFA7D84CC8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" y="1126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/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64" name="Rectangle 61">
                <a:extLst>
                  <a:ext uri="{FF2B5EF4-FFF2-40B4-BE49-F238E27FC236}">
                    <a16:creationId xmlns:a16="http://schemas.microsoft.com/office/drawing/2014/main" id="{207663BF-4DE0-4431-A658-97B37F5A6C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4" y="1126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/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65" name="Rectangle 62">
                <a:extLst>
                  <a:ext uri="{FF2B5EF4-FFF2-40B4-BE49-F238E27FC236}">
                    <a16:creationId xmlns:a16="http://schemas.microsoft.com/office/drawing/2014/main" id="{68C70149-1E58-437B-9694-C7D5D469E4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9" y="1126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66" name="Rectangle 63">
                <a:extLst>
                  <a:ext uri="{FF2B5EF4-FFF2-40B4-BE49-F238E27FC236}">
                    <a16:creationId xmlns:a16="http://schemas.microsoft.com/office/drawing/2014/main" id="{5142E7B7-9E66-426B-BB82-C425091144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1126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g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67" name="Rectangle 64">
                <a:extLst>
                  <a:ext uri="{FF2B5EF4-FFF2-40B4-BE49-F238E27FC236}">
                    <a16:creationId xmlns:a16="http://schemas.microsoft.com/office/drawing/2014/main" id="{30BCD572-AE91-4951-8374-48F44F3940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04" y="1126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68" name="Rectangle 65">
                <a:extLst>
                  <a:ext uri="{FF2B5EF4-FFF2-40B4-BE49-F238E27FC236}">
                    <a16:creationId xmlns:a16="http://schemas.microsoft.com/office/drawing/2014/main" id="{31FEB35C-7D06-4484-867E-BD93FD1C1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2" y="1126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v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69" name="Rectangle 66">
                <a:extLst>
                  <a:ext uri="{FF2B5EF4-FFF2-40B4-BE49-F238E27FC236}">
                    <a16:creationId xmlns:a16="http://schemas.microsoft.com/office/drawing/2014/main" id="{E1F6E43C-4858-4130-BABC-3B26F1A32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5" y="1126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70" name="Rectangle 67">
                <a:extLst>
                  <a:ext uri="{FF2B5EF4-FFF2-40B4-BE49-F238E27FC236}">
                    <a16:creationId xmlns:a16="http://schemas.microsoft.com/office/drawing/2014/main" id="{E373344F-08CD-468C-86AC-6AA5AC53F2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5" y="1126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71" name="Rectangle 68">
                <a:extLst>
                  <a:ext uri="{FF2B5EF4-FFF2-40B4-BE49-F238E27FC236}">
                    <a16:creationId xmlns:a16="http://schemas.microsoft.com/office/drawing/2014/main" id="{0B3353A4-8541-48E8-AEC9-6B6F80BC8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6" y="1126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72" name="Rectangle 69">
                <a:extLst>
                  <a:ext uri="{FF2B5EF4-FFF2-40B4-BE49-F238E27FC236}">
                    <a16:creationId xmlns:a16="http://schemas.microsoft.com/office/drawing/2014/main" id="{6797B052-74ED-46BF-84C4-A17BE85960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1" y="1126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73" name="Rectangle 70">
                <a:extLst>
                  <a:ext uri="{FF2B5EF4-FFF2-40B4-BE49-F238E27FC236}">
                    <a16:creationId xmlns:a16="http://schemas.microsoft.com/office/drawing/2014/main" id="{621D9D8C-3866-4BD4-9F2C-3A452D1B5F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6" y="1126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h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74" name="Rectangle 71">
                <a:extLst>
                  <a:ext uri="{FF2B5EF4-FFF2-40B4-BE49-F238E27FC236}">
                    <a16:creationId xmlns:a16="http://schemas.microsoft.com/office/drawing/2014/main" id="{1108BF7C-1381-46C3-81C8-7A8B6BC2D2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76" y="1126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75" name="Rectangle 72">
                <a:extLst>
                  <a:ext uri="{FF2B5EF4-FFF2-40B4-BE49-F238E27FC236}">
                    <a16:creationId xmlns:a16="http://schemas.microsoft.com/office/drawing/2014/main" id="{7E27D0C0-6669-4174-B720-0CD120AFFE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46" y="1126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76" name="Rectangle 73">
                <a:extLst>
                  <a:ext uri="{FF2B5EF4-FFF2-40B4-BE49-F238E27FC236}">
                    <a16:creationId xmlns:a16="http://schemas.microsoft.com/office/drawing/2014/main" id="{8B2F82BA-AF81-41E7-97B3-D99E40E501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1" y="1126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d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77" name="Rectangle 74">
                <a:extLst>
                  <a:ext uri="{FF2B5EF4-FFF2-40B4-BE49-F238E27FC236}">
                    <a16:creationId xmlns:a16="http://schemas.microsoft.com/office/drawing/2014/main" id="{65BB260C-7B53-464E-8784-590331855E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1" y="1126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78" name="Rectangle 75">
                <a:extLst>
                  <a:ext uri="{FF2B5EF4-FFF2-40B4-BE49-F238E27FC236}">
                    <a16:creationId xmlns:a16="http://schemas.microsoft.com/office/drawing/2014/main" id="{EF6ECAFB-1066-41E8-B31D-FF6A7D3A8F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2" y="1126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79" name="Rectangle 76">
                <a:extLst>
                  <a:ext uri="{FF2B5EF4-FFF2-40B4-BE49-F238E27FC236}">
                    <a16:creationId xmlns:a16="http://schemas.microsoft.com/office/drawing/2014/main" id="{A7F6B5D5-6516-474F-B0CE-D0AB28D5F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85" y="1126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80" name="Rectangle 77">
                <a:extLst>
                  <a:ext uri="{FF2B5EF4-FFF2-40B4-BE49-F238E27FC236}">
                    <a16:creationId xmlns:a16="http://schemas.microsoft.com/office/drawing/2014/main" id="{AFD77A18-F3AC-48E5-86C4-EEFF492940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3" y="1126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81" name="Rectangle 78">
                <a:extLst>
                  <a:ext uri="{FF2B5EF4-FFF2-40B4-BE49-F238E27FC236}">
                    <a16:creationId xmlns:a16="http://schemas.microsoft.com/office/drawing/2014/main" id="{3CE32604-80EB-48BB-B480-9C10706544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3" y="1126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82" name="Rectangle 79">
                <a:extLst>
                  <a:ext uri="{FF2B5EF4-FFF2-40B4-BE49-F238E27FC236}">
                    <a16:creationId xmlns:a16="http://schemas.microsoft.com/office/drawing/2014/main" id="{03611220-47AA-48EF-80DC-655FC176FD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5" y="1126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83" name="Rectangle 80">
                <a:extLst>
                  <a:ext uri="{FF2B5EF4-FFF2-40B4-BE49-F238E27FC236}">
                    <a16:creationId xmlns:a16="http://schemas.microsoft.com/office/drawing/2014/main" id="{E8384CA2-2C8B-4C01-B460-C4577C49FF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5" y="1126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84" name="Rectangle 81">
                <a:extLst>
                  <a:ext uri="{FF2B5EF4-FFF2-40B4-BE49-F238E27FC236}">
                    <a16:creationId xmlns:a16="http://schemas.microsoft.com/office/drawing/2014/main" id="{3BB356C2-CC20-490D-8215-EB0F725284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0" y="1126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85" name="Rectangle 82">
                <a:extLst>
                  <a:ext uri="{FF2B5EF4-FFF2-40B4-BE49-F238E27FC236}">
                    <a16:creationId xmlns:a16="http://schemas.microsoft.com/office/drawing/2014/main" id="{992D696D-ECFC-4FA1-B139-08E9471242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8" y="1126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86" name="Rectangle 83">
                <a:extLst>
                  <a:ext uri="{FF2B5EF4-FFF2-40B4-BE49-F238E27FC236}">
                    <a16:creationId xmlns:a16="http://schemas.microsoft.com/office/drawing/2014/main" id="{253D6DB1-BE20-4C7A-A154-6F5145D33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9" y="1126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87" name="Rectangle 84">
                <a:extLst>
                  <a:ext uri="{FF2B5EF4-FFF2-40B4-BE49-F238E27FC236}">
                    <a16:creationId xmlns:a16="http://schemas.microsoft.com/office/drawing/2014/main" id="{B41981EE-7CA0-48D1-A9CA-0EE75BD82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9" y="1126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88" name="Rectangle 85">
                <a:extLst>
                  <a:ext uri="{FF2B5EF4-FFF2-40B4-BE49-F238E27FC236}">
                    <a16:creationId xmlns:a16="http://schemas.microsoft.com/office/drawing/2014/main" id="{CBD43E74-3B2C-4600-AFE0-C24912E503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34" y="1126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89" name="Rectangle 86">
                <a:extLst>
                  <a:ext uri="{FF2B5EF4-FFF2-40B4-BE49-F238E27FC236}">
                    <a16:creationId xmlns:a16="http://schemas.microsoft.com/office/drawing/2014/main" id="{EE9A0AE6-5593-48E5-93AF-8782BA13BC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4" y="1126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f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90" name="Rectangle 87">
                <a:extLst>
                  <a:ext uri="{FF2B5EF4-FFF2-40B4-BE49-F238E27FC236}">
                    <a16:creationId xmlns:a16="http://schemas.microsoft.com/office/drawing/2014/main" id="{D62DB031-2747-423C-9AC8-01432663AD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9" y="1126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91" name="Rectangle 88">
                <a:extLst>
                  <a:ext uri="{FF2B5EF4-FFF2-40B4-BE49-F238E27FC236}">
                    <a16:creationId xmlns:a16="http://schemas.microsoft.com/office/drawing/2014/main" id="{8485A40A-9EDC-4E26-8D4D-3433A7FBD0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4" y="1126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92" name="Rectangle 89">
                <a:extLst>
                  <a:ext uri="{FF2B5EF4-FFF2-40B4-BE49-F238E27FC236}">
                    <a16:creationId xmlns:a16="http://schemas.microsoft.com/office/drawing/2014/main" id="{CB12FCD2-AAC8-4375-A139-34F94FDCB8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9" y="1126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h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93" name="Rectangle 90">
                <a:extLst>
                  <a:ext uri="{FF2B5EF4-FFF2-40B4-BE49-F238E27FC236}">
                    <a16:creationId xmlns:a16="http://schemas.microsoft.com/office/drawing/2014/main" id="{6BE4E7C7-8A9A-4240-B50B-525D65C394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80" y="1126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94" name="Rectangle 91">
                <a:extLst>
                  <a:ext uri="{FF2B5EF4-FFF2-40B4-BE49-F238E27FC236}">
                    <a16:creationId xmlns:a16="http://schemas.microsoft.com/office/drawing/2014/main" id="{AA992D0C-BBB5-46A4-BFB9-92F8EEDE4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50" y="1126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95" name="Rectangle 92">
                <a:extLst>
                  <a:ext uri="{FF2B5EF4-FFF2-40B4-BE49-F238E27FC236}">
                    <a16:creationId xmlns:a16="http://schemas.microsoft.com/office/drawing/2014/main" id="{5F63B717-BB5F-47B8-B9E7-2E53C56279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5" y="1126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p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96" name="Rectangle 93">
                <a:extLst>
                  <a:ext uri="{FF2B5EF4-FFF2-40B4-BE49-F238E27FC236}">
                    <a16:creationId xmlns:a16="http://schemas.microsoft.com/office/drawing/2014/main" id="{B775B98C-F943-421F-8692-1CC3C30282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55" y="1126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97" name="Rectangle 94">
                <a:extLst>
                  <a:ext uri="{FF2B5EF4-FFF2-40B4-BE49-F238E27FC236}">
                    <a16:creationId xmlns:a16="http://schemas.microsoft.com/office/drawing/2014/main" id="{65EEC8B2-A5D9-4484-8D8A-05C1996150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98" y="1126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98" name="Rectangle 95">
                <a:extLst>
                  <a:ext uri="{FF2B5EF4-FFF2-40B4-BE49-F238E27FC236}">
                    <a16:creationId xmlns:a16="http://schemas.microsoft.com/office/drawing/2014/main" id="{2507A1FE-7441-4FF1-AC36-5DBFFF2553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67" y="1126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p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099" name="Rectangle 96">
                <a:extLst>
                  <a:ext uri="{FF2B5EF4-FFF2-40B4-BE49-F238E27FC236}">
                    <a16:creationId xmlns:a16="http://schemas.microsoft.com/office/drawing/2014/main" id="{F3C52826-1B06-47DB-81C0-D4F31F9E55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8" y="1126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00" name="Rectangle 97">
                <a:extLst>
                  <a:ext uri="{FF2B5EF4-FFF2-40B4-BE49-F238E27FC236}">
                    <a16:creationId xmlns:a16="http://schemas.microsoft.com/office/drawing/2014/main" id="{3DCAAC75-6478-444C-AC8E-E752E4E99D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08" y="1126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01" name="Rectangle 98">
                <a:extLst>
                  <a:ext uri="{FF2B5EF4-FFF2-40B4-BE49-F238E27FC236}">
                    <a16:creationId xmlns:a16="http://schemas.microsoft.com/office/drawing/2014/main" id="{3EF4E2B0-3182-4122-BC71-4D347210D6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50" y="1126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02" name="Rectangle 99">
                <a:extLst>
                  <a:ext uri="{FF2B5EF4-FFF2-40B4-BE49-F238E27FC236}">
                    <a16:creationId xmlns:a16="http://schemas.microsoft.com/office/drawing/2014/main" id="{4BCCADD3-1B79-40B2-9203-B4917CAECD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85" y="1126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y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03" name="Rectangle 100">
                <a:extLst>
                  <a:ext uri="{FF2B5EF4-FFF2-40B4-BE49-F238E27FC236}">
                    <a16:creationId xmlns:a16="http://schemas.microsoft.com/office/drawing/2014/main" id="{B46403C1-AC07-40A1-874F-BF95771732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39" y="1126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8000"/>
                    </a:solidFill>
                    <a:effectLst/>
                    <a:latin typeface="Arial" panose="020B0604020202020204" pitchFamily="34" charset="0"/>
                  </a:rPr>
                  <a:t>.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04" name="Rectangle 101">
                <a:extLst>
                  <a:ext uri="{FF2B5EF4-FFF2-40B4-BE49-F238E27FC236}">
                    <a16:creationId xmlns:a16="http://schemas.microsoft.com/office/drawing/2014/main" id="{BD394493-F170-4803-AB01-BDAC23F0B5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74" y="1126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8000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05" name="Rectangle 102">
                <a:extLst>
                  <a:ext uri="{FF2B5EF4-FFF2-40B4-BE49-F238E27FC236}">
                    <a16:creationId xmlns:a16="http://schemas.microsoft.com/office/drawing/2014/main" id="{1C6AF4CC-9010-440C-84EB-E48CC65DD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09" y="1126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8000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06" name="Rectangle 103">
                <a:extLst>
                  <a:ext uri="{FF2B5EF4-FFF2-40B4-BE49-F238E27FC236}">
                    <a16:creationId xmlns:a16="http://schemas.microsoft.com/office/drawing/2014/main" id="{BE461812-C207-47C8-8C85-5AA0DE0B1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" y="1276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p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07" name="Rectangle 104">
                <a:extLst>
                  <a:ext uri="{FF2B5EF4-FFF2-40B4-BE49-F238E27FC236}">
                    <a16:creationId xmlns:a16="http://schemas.microsoft.com/office/drawing/2014/main" id="{2DE1CD1F-5253-421F-AE20-4C405E8555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9" y="1276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u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08" name="Rectangle 105">
                <a:extLst>
                  <a:ext uri="{FF2B5EF4-FFF2-40B4-BE49-F238E27FC236}">
                    <a16:creationId xmlns:a16="http://schemas.microsoft.com/office/drawing/2014/main" id="{2C4DD637-EEB3-48F4-8BA6-754D7CAA0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9" y="1276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b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09" name="Rectangle 106">
                <a:extLst>
                  <a:ext uri="{FF2B5EF4-FFF2-40B4-BE49-F238E27FC236}">
                    <a16:creationId xmlns:a16="http://schemas.microsoft.com/office/drawing/2014/main" id="{917C5B3F-48CE-49DB-88F2-26A69A9F56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9" y="1276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10" name="Rectangle 107">
                <a:extLst>
                  <a:ext uri="{FF2B5EF4-FFF2-40B4-BE49-F238E27FC236}">
                    <a16:creationId xmlns:a16="http://schemas.microsoft.com/office/drawing/2014/main" id="{DE58C428-E8A8-459B-AAB4-B85C0CC868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8" y="1276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11" name="Rectangle 108">
                <a:extLst>
                  <a:ext uri="{FF2B5EF4-FFF2-40B4-BE49-F238E27FC236}">
                    <a16:creationId xmlns:a16="http://schemas.microsoft.com/office/drawing/2014/main" id="{F06C581A-50D2-48E2-BA36-53DDABFE5B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5" y="1276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12" name="Rectangle 109">
                <a:extLst>
                  <a:ext uri="{FF2B5EF4-FFF2-40B4-BE49-F238E27FC236}">
                    <a16:creationId xmlns:a16="http://schemas.microsoft.com/office/drawing/2014/main" id="{84BA2925-927F-43D4-A575-6D1DA2C105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9" y="1276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13" name="Rectangle 110">
                <a:extLst>
                  <a:ext uri="{FF2B5EF4-FFF2-40B4-BE49-F238E27FC236}">
                    <a16:creationId xmlns:a16="http://schemas.microsoft.com/office/drawing/2014/main" id="{55891B4A-364A-49EB-B764-E86B72F81B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3" y="1276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14" name="Rectangle 111">
                <a:extLst>
                  <a:ext uri="{FF2B5EF4-FFF2-40B4-BE49-F238E27FC236}">
                    <a16:creationId xmlns:a16="http://schemas.microsoft.com/office/drawing/2014/main" id="{A8BE62B5-3F13-4347-8D69-7680E458C8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7" y="1276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15" name="Rectangle 112">
                <a:extLst>
                  <a:ext uri="{FF2B5EF4-FFF2-40B4-BE49-F238E27FC236}">
                    <a16:creationId xmlns:a16="http://schemas.microsoft.com/office/drawing/2014/main" id="{27533342-7AEE-4257-8943-0E7AAF1147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2" y="1276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16" name="Rectangle 113">
                <a:extLst>
                  <a:ext uri="{FF2B5EF4-FFF2-40B4-BE49-F238E27FC236}">
                    <a16:creationId xmlns:a16="http://schemas.microsoft.com/office/drawing/2014/main" id="{EA688A70-BDDC-41E8-8920-872FC17685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4" y="1276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17" name="Rectangle 114">
                <a:extLst>
                  <a:ext uri="{FF2B5EF4-FFF2-40B4-BE49-F238E27FC236}">
                    <a16:creationId xmlns:a16="http://schemas.microsoft.com/office/drawing/2014/main" id="{F5B3DAD9-1491-4E6C-9089-17D43F524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2" y="1276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18" name="Rectangle 115">
                <a:extLst>
                  <a:ext uri="{FF2B5EF4-FFF2-40B4-BE49-F238E27FC236}">
                    <a16:creationId xmlns:a16="http://schemas.microsoft.com/office/drawing/2014/main" id="{BA6661F4-6499-481C-9CD8-F034ACD898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2" y="1276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g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19" name="Rectangle 116">
                <a:extLst>
                  <a:ext uri="{FF2B5EF4-FFF2-40B4-BE49-F238E27FC236}">
                    <a16:creationId xmlns:a16="http://schemas.microsoft.com/office/drawing/2014/main" id="{C0C1275D-37EA-4169-9ECF-987178F0F8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8" y="1276"/>
                <a:ext cx="146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20" name="Rectangle 117">
                <a:extLst>
                  <a:ext uri="{FF2B5EF4-FFF2-40B4-BE49-F238E27FC236}">
                    <a16:creationId xmlns:a16="http://schemas.microsoft.com/office/drawing/2014/main" id="{FB267E1F-9CF8-45E8-9B14-A2E4AB9DB6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2" y="1276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21" name="Rectangle 118">
                <a:extLst>
                  <a:ext uri="{FF2B5EF4-FFF2-40B4-BE49-F238E27FC236}">
                    <a16:creationId xmlns:a16="http://schemas.microsoft.com/office/drawing/2014/main" id="{C92844C5-6EAF-4C72-90BB-EEC12C104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92" y="1276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22" name="Rectangle 119">
                <a:extLst>
                  <a:ext uri="{FF2B5EF4-FFF2-40B4-BE49-F238E27FC236}">
                    <a16:creationId xmlns:a16="http://schemas.microsoft.com/office/drawing/2014/main" id="{53C492D6-DECA-46DC-9437-2C1C9CC414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5" y="1276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23" name="Rectangle 120">
                <a:extLst>
                  <a:ext uri="{FF2B5EF4-FFF2-40B4-BE49-F238E27FC236}">
                    <a16:creationId xmlns:a16="http://schemas.microsoft.com/office/drawing/2014/main" id="{4AB906A4-013F-4A82-8CFF-1140211049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82" y="1276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24" name="Rectangle 121">
                <a:extLst>
                  <a:ext uri="{FF2B5EF4-FFF2-40B4-BE49-F238E27FC236}">
                    <a16:creationId xmlns:a16="http://schemas.microsoft.com/office/drawing/2014/main" id="{0D68A69F-A179-459B-9D98-786767C165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52" y="1276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25" name="Rectangle 122">
                <a:extLst>
                  <a:ext uri="{FF2B5EF4-FFF2-40B4-BE49-F238E27FC236}">
                    <a16:creationId xmlns:a16="http://schemas.microsoft.com/office/drawing/2014/main" id="{DBA08FD7-0E74-4B7F-8CDE-0FF66605B3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0" y="1276"/>
                <a:ext cx="146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26" name="Rectangle 123">
                <a:extLst>
                  <a:ext uri="{FF2B5EF4-FFF2-40B4-BE49-F238E27FC236}">
                    <a16:creationId xmlns:a16="http://schemas.microsoft.com/office/drawing/2014/main" id="{EF93E149-0367-4B46-89B0-2771E46D3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64" y="1276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27" name="Rectangle 124">
                <a:extLst>
                  <a:ext uri="{FF2B5EF4-FFF2-40B4-BE49-F238E27FC236}">
                    <a16:creationId xmlns:a16="http://schemas.microsoft.com/office/drawing/2014/main" id="{45227D79-B032-4FC8-80D0-09C7713820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4" y="1276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28" name="Rectangle 125">
                <a:extLst>
                  <a:ext uri="{FF2B5EF4-FFF2-40B4-BE49-F238E27FC236}">
                    <a16:creationId xmlns:a16="http://schemas.microsoft.com/office/drawing/2014/main" id="{1C4D1747-50D1-4C6D-902B-2D1F680FB0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7" y="1276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u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29" name="Rectangle 126">
                <a:extLst>
                  <a:ext uri="{FF2B5EF4-FFF2-40B4-BE49-F238E27FC236}">
                    <a16:creationId xmlns:a16="http://schemas.microsoft.com/office/drawing/2014/main" id="{A540E85A-9998-4DF7-9B10-5CC5E5F4C3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7" y="1276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30" name="Rectangle 127">
                <a:extLst>
                  <a:ext uri="{FF2B5EF4-FFF2-40B4-BE49-F238E27FC236}">
                    <a16:creationId xmlns:a16="http://schemas.microsoft.com/office/drawing/2014/main" id="{286F3F71-9C95-47B2-B8BD-81A9B22B52B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09" y="1276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31" name="Rectangle 128">
                <a:extLst>
                  <a:ext uri="{FF2B5EF4-FFF2-40B4-BE49-F238E27FC236}">
                    <a16:creationId xmlns:a16="http://schemas.microsoft.com/office/drawing/2014/main" id="{03277307-2221-4F56-BF45-2C3B6132F1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36" y="1276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32" name="Rectangle 129">
                <a:extLst>
                  <a:ext uri="{FF2B5EF4-FFF2-40B4-BE49-F238E27FC236}">
                    <a16:creationId xmlns:a16="http://schemas.microsoft.com/office/drawing/2014/main" id="{1C2DCA67-5A64-486C-8B83-B761C951B5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71" y="1276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y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33" name="Rectangle 130">
                <a:extLst>
                  <a:ext uri="{FF2B5EF4-FFF2-40B4-BE49-F238E27FC236}">
                    <a16:creationId xmlns:a16="http://schemas.microsoft.com/office/drawing/2014/main" id="{D39BB0C3-F07B-4018-B44A-0E418A7B91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34" y="1276"/>
                <a:ext cx="15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34" name="Rectangle 131">
                <a:extLst>
                  <a:ext uri="{FF2B5EF4-FFF2-40B4-BE49-F238E27FC236}">
                    <a16:creationId xmlns:a16="http://schemas.microsoft.com/office/drawing/2014/main" id="{B989B4A6-F12B-4A9F-977E-66B786007A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25" y="1276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u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35" name="Rectangle 132">
                <a:extLst>
                  <a:ext uri="{FF2B5EF4-FFF2-40B4-BE49-F238E27FC236}">
                    <a16:creationId xmlns:a16="http://schemas.microsoft.com/office/drawing/2014/main" id="{6C18BF37-D7CE-46D0-9854-CC0EAE5D3E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95" y="1276"/>
                <a:ext cx="169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m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36" name="Rectangle 133">
                <a:extLst>
                  <a:ext uri="{FF2B5EF4-FFF2-40B4-BE49-F238E27FC236}">
                    <a16:creationId xmlns:a16="http://schemas.microsoft.com/office/drawing/2014/main" id="{FF865B18-C74C-4D65-BF9B-F34AC6493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0" y="1276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b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37" name="Rectangle 134">
                <a:extLst>
                  <a:ext uri="{FF2B5EF4-FFF2-40B4-BE49-F238E27FC236}">
                    <a16:creationId xmlns:a16="http://schemas.microsoft.com/office/drawing/2014/main" id="{D74B8685-59EA-42EF-94C9-251E46B617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70" y="1276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38" name="Rectangle 135">
                <a:extLst>
                  <a:ext uri="{FF2B5EF4-FFF2-40B4-BE49-F238E27FC236}">
                    <a16:creationId xmlns:a16="http://schemas.microsoft.com/office/drawing/2014/main" id="{C6A64DA1-D76F-46B9-BA0C-C35C5438E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0" y="1276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39" name="Rectangle 136">
                <a:extLst>
                  <a:ext uri="{FF2B5EF4-FFF2-40B4-BE49-F238E27FC236}">
                    <a16:creationId xmlns:a16="http://schemas.microsoft.com/office/drawing/2014/main" id="{62E96B03-E006-40BD-9C12-170833F39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" y="1418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{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40" name="Rectangle 137">
                <a:extLst>
                  <a:ext uri="{FF2B5EF4-FFF2-40B4-BE49-F238E27FC236}">
                    <a16:creationId xmlns:a16="http://schemas.microsoft.com/office/drawing/2014/main" id="{BC4F397C-5C58-468B-8048-9F6CAEAB46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0" y="1569"/>
                <a:ext cx="68" cy="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en-US" sz="1500" dirty="0">
                    <a:solidFill>
                      <a:srgbClr val="3535FF"/>
                    </a:solidFill>
                  </a:rPr>
                  <a:t>g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41" name="Rectangle 138">
                <a:extLst>
                  <a:ext uri="{FF2B5EF4-FFF2-40B4-BE49-F238E27FC236}">
                    <a16:creationId xmlns:a16="http://schemas.microsoft.com/office/drawing/2014/main" id="{85CF9D59-860D-40CC-BDD5-AA4381BC08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4" y="1569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42" name="Rectangle 139">
                <a:extLst>
                  <a:ext uri="{FF2B5EF4-FFF2-40B4-BE49-F238E27FC236}">
                    <a16:creationId xmlns:a16="http://schemas.microsoft.com/office/drawing/2014/main" id="{70999920-9D95-4E9C-80D4-FBFE3998D8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" y="1569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43" name="Rectangle 140">
                <a:extLst>
                  <a:ext uri="{FF2B5EF4-FFF2-40B4-BE49-F238E27FC236}">
                    <a16:creationId xmlns:a16="http://schemas.microsoft.com/office/drawing/2014/main" id="{D5C3755D-53E3-4E9C-A4F0-861BB3B133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0" y="1569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44" name="Rectangle 141">
                <a:extLst>
                  <a:ext uri="{FF2B5EF4-FFF2-40B4-BE49-F238E27FC236}">
                    <a16:creationId xmlns:a16="http://schemas.microsoft.com/office/drawing/2014/main" id="{7A76CFEB-C50B-416F-B180-12D28E70D0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4" y="1569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{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45" name="Rectangle 142">
                <a:extLst>
                  <a:ext uri="{FF2B5EF4-FFF2-40B4-BE49-F238E27FC236}">
                    <a16:creationId xmlns:a16="http://schemas.microsoft.com/office/drawing/2014/main" id="{A5F68E45-19A9-4AE9-B262-8B5691D58A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56" y="1569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46" name="Rectangle 143">
                <a:extLst>
                  <a:ext uri="{FF2B5EF4-FFF2-40B4-BE49-F238E27FC236}">
                    <a16:creationId xmlns:a16="http://schemas.microsoft.com/office/drawing/2014/main" id="{DD8E4889-5708-45BA-A0BA-38926E99A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2" y="1569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47" name="Rectangle 144">
                <a:extLst>
                  <a:ext uri="{FF2B5EF4-FFF2-40B4-BE49-F238E27FC236}">
                    <a16:creationId xmlns:a16="http://schemas.microsoft.com/office/drawing/2014/main" id="{C127B80A-D316-437B-9B12-2D4688775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34" y="1569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48" name="Rectangle 145">
                <a:extLst>
                  <a:ext uri="{FF2B5EF4-FFF2-40B4-BE49-F238E27FC236}">
                    <a16:creationId xmlns:a16="http://schemas.microsoft.com/office/drawing/2014/main" id="{313CB1C8-5225-4264-B7AF-A37B1BD292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4" y="1569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49" name="Rectangle 146">
                <a:extLst>
                  <a:ext uri="{FF2B5EF4-FFF2-40B4-BE49-F238E27FC236}">
                    <a16:creationId xmlns:a16="http://schemas.microsoft.com/office/drawing/2014/main" id="{F037DB2F-3641-47B4-8EAE-1BBF979166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39" y="1569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u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50" name="Rectangle 147">
                <a:extLst>
                  <a:ext uri="{FF2B5EF4-FFF2-40B4-BE49-F238E27FC236}">
                    <a16:creationId xmlns:a16="http://schemas.microsoft.com/office/drawing/2014/main" id="{14CAFFFE-FD20-4682-A32D-8EE853844D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10" y="1569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51" name="Rectangle 148">
                <a:extLst>
                  <a:ext uri="{FF2B5EF4-FFF2-40B4-BE49-F238E27FC236}">
                    <a16:creationId xmlns:a16="http://schemas.microsoft.com/office/drawing/2014/main" id="{E8759182-7C6B-4E2F-BDF0-9044DB16F0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2" y="1569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52" name="Rectangle 149">
                <a:extLst>
                  <a:ext uri="{FF2B5EF4-FFF2-40B4-BE49-F238E27FC236}">
                    <a16:creationId xmlns:a16="http://schemas.microsoft.com/office/drawing/2014/main" id="{87516680-506E-4E01-BB29-4322450AD7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2" y="1569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53" name="Rectangle 150">
                <a:extLst>
                  <a:ext uri="{FF2B5EF4-FFF2-40B4-BE49-F238E27FC236}">
                    <a16:creationId xmlns:a16="http://schemas.microsoft.com/office/drawing/2014/main" id="{B25D97AE-98F8-4B36-A4A5-A180650C29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57" y="1569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54" name="Rectangle 151">
                <a:extLst>
                  <a:ext uri="{FF2B5EF4-FFF2-40B4-BE49-F238E27FC236}">
                    <a16:creationId xmlns:a16="http://schemas.microsoft.com/office/drawing/2014/main" id="{A8E88DEC-BB47-4B7E-BBF5-5847B5024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27" y="1569"/>
                <a:ext cx="169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m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55" name="Rectangle 152">
                <a:extLst>
                  <a:ext uri="{FF2B5EF4-FFF2-40B4-BE49-F238E27FC236}">
                    <a16:creationId xmlns:a16="http://schemas.microsoft.com/office/drawing/2014/main" id="{AB40261C-72B4-40E0-8F9A-2C9A141D0E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33" y="1569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p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56" name="Rectangle 153">
                <a:extLst>
                  <a:ext uri="{FF2B5EF4-FFF2-40B4-BE49-F238E27FC236}">
                    <a16:creationId xmlns:a16="http://schemas.microsoft.com/office/drawing/2014/main" id="{7541A8E8-287B-4F6A-B207-9E86EC9FB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03" y="1569"/>
                <a:ext cx="146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57" name="Rectangle 154">
                <a:extLst>
                  <a:ext uri="{FF2B5EF4-FFF2-40B4-BE49-F238E27FC236}">
                    <a16:creationId xmlns:a16="http://schemas.microsoft.com/office/drawing/2014/main" id="{B18E8722-370A-42E0-BDDE-330E2BADCA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8" y="1569"/>
                <a:ext cx="146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58" name="Rectangle 155">
                <a:extLst>
                  <a:ext uri="{FF2B5EF4-FFF2-40B4-BE49-F238E27FC236}">
                    <a16:creationId xmlns:a16="http://schemas.microsoft.com/office/drawing/2014/main" id="{6A1912A1-2EC1-4C12-8DAC-CFBE1C1CFF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1569"/>
                <a:ext cx="15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59" name="Rectangle 156">
                <a:extLst>
                  <a:ext uri="{FF2B5EF4-FFF2-40B4-BE49-F238E27FC236}">
                    <a16:creationId xmlns:a16="http://schemas.microsoft.com/office/drawing/2014/main" id="{FF64F6A9-DB7D-4BE4-9286-4420FEF81B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4" y="1569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;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60" name="Rectangle 157">
                <a:extLst>
                  <a:ext uri="{FF2B5EF4-FFF2-40B4-BE49-F238E27FC236}">
                    <a16:creationId xmlns:a16="http://schemas.microsoft.com/office/drawing/2014/main" id="{AAF8DF2B-78CC-4EB3-92AF-FA2BBDDA3A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99" y="1569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61" name="Rectangle 158">
                <a:extLst>
                  <a:ext uri="{FF2B5EF4-FFF2-40B4-BE49-F238E27FC236}">
                    <a16:creationId xmlns:a16="http://schemas.microsoft.com/office/drawing/2014/main" id="{24058A55-78A7-41BB-B2AC-46275D20A4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34" y="1569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}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62" name="Rectangle 159">
                <a:extLst>
                  <a:ext uri="{FF2B5EF4-FFF2-40B4-BE49-F238E27FC236}">
                    <a16:creationId xmlns:a16="http://schemas.microsoft.com/office/drawing/2014/main" id="{258AA317-4725-4F4A-AC7C-270B1767AD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76" y="1569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63" name="Rectangle 160">
                <a:extLst>
                  <a:ext uri="{FF2B5EF4-FFF2-40B4-BE49-F238E27FC236}">
                    <a16:creationId xmlns:a16="http://schemas.microsoft.com/office/drawing/2014/main" id="{8DEFF6A0-E53A-4938-9A4B-3A0B6970B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1" y="1569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64" name="Rectangle 161">
                <a:extLst>
                  <a:ext uri="{FF2B5EF4-FFF2-40B4-BE49-F238E27FC236}">
                    <a16:creationId xmlns:a16="http://schemas.microsoft.com/office/drawing/2014/main" id="{810072B5-A2B2-42E2-8061-4A631D6966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10" y="1718"/>
                <a:ext cx="61" cy="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en-US" sz="1500" dirty="0">
                    <a:solidFill>
                      <a:srgbClr val="3535FF"/>
                    </a:solidFill>
                  </a:rPr>
                  <a:t>s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65" name="Rectangle 162">
                <a:extLst>
                  <a:ext uri="{FF2B5EF4-FFF2-40B4-BE49-F238E27FC236}">
                    <a16:creationId xmlns:a16="http://schemas.microsoft.com/office/drawing/2014/main" id="{7440F99F-69E2-412C-A3CE-B9D41E0792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81" y="1718"/>
                <a:ext cx="68" cy="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 dirty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66" name="Rectangle 163">
                <a:extLst>
                  <a:ext uri="{FF2B5EF4-FFF2-40B4-BE49-F238E27FC236}">
                    <a16:creationId xmlns:a16="http://schemas.microsoft.com/office/drawing/2014/main" id="{A4EDA7BB-5A87-42DE-9948-E378066827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51" y="1718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67" name="Rectangle 164">
                <a:extLst>
                  <a:ext uri="{FF2B5EF4-FFF2-40B4-BE49-F238E27FC236}">
                    <a16:creationId xmlns:a16="http://schemas.microsoft.com/office/drawing/2014/main" id="{71F4D73C-318F-4DB2-A9C9-E03CD58BA2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6" y="1718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68" name="Rectangle 165">
                <a:extLst>
                  <a:ext uri="{FF2B5EF4-FFF2-40B4-BE49-F238E27FC236}">
                    <a16:creationId xmlns:a16="http://schemas.microsoft.com/office/drawing/2014/main" id="{D09E24B4-BEC6-4686-B79E-3329C297E2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1" y="1718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{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69" name="Rectangle 166">
                <a:extLst>
                  <a:ext uri="{FF2B5EF4-FFF2-40B4-BE49-F238E27FC236}">
                    <a16:creationId xmlns:a16="http://schemas.microsoft.com/office/drawing/2014/main" id="{9779A16E-12AC-4002-93F4-BD89ED91AC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4" y="1718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70" name="Rectangle 167">
                <a:extLst>
                  <a:ext uri="{FF2B5EF4-FFF2-40B4-BE49-F238E27FC236}">
                    <a16:creationId xmlns:a16="http://schemas.microsoft.com/office/drawing/2014/main" id="{49FBF4F5-1CB6-4140-AC25-6226786A84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99" y="1718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71" name="Rectangle 168">
                <a:extLst>
                  <a:ext uri="{FF2B5EF4-FFF2-40B4-BE49-F238E27FC236}">
                    <a16:creationId xmlns:a16="http://schemas.microsoft.com/office/drawing/2014/main" id="{93EC2A8E-CE03-4BF8-8278-D035E3B15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69" y="1718"/>
                <a:ext cx="169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m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72" name="Rectangle 169">
                <a:extLst>
                  <a:ext uri="{FF2B5EF4-FFF2-40B4-BE49-F238E27FC236}">
                    <a16:creationId xmlns:a16="http://schemas.microsoft.com/office/drawing/2014/main" id="{0A330818-AC43-4303-886A-7212776F2D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75" y="1718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p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73" name="Rectangle 170">
                <a:extLst>
                  <a:ext uri="{FF2B5EF4-FFF2-40B4-BE49-F238E27FC236}">
                    <a16:creationId xmlns:a16="http://schemas.microsoft.com/office/drawing/2014/main" id="{2D4155AB-8095-41ED-8C43-8A650E1C4D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45" y="1718"/>
                <a:ext cx="146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74" name="Rectangle 171">
                <a:extLst>
                  <a:ext uri="{FF2B5EF4-FFF2-40B4-BE49-F238E27FC236}">
                    <a16:creationId xmlns:a16="http://schemas.microsoft.com/office/drawing/2014/main" id="{81AE52DB-F5DB-4517-99D0-B5F2A0838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30" y="1718"/>
                <a:ext cx="146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75" name="Rectangle 172">
                <a:extLst>
                  <a:ext uri="{FF2B5EF4-FFF2-40B4-BE49-F238E27FC236}">
                    <a16:creationId xmlns:a16="http://schemas.microsoft.com/office/drawing/2014/main" id="{3A7DA8EF-44D1-4A4A-A7A8-8F41253007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14" y="1718"/>
                <a:ext cx="15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76" name="Rectangle 173">
                <a:extLst>
                  <a:ext uri="{FF2B5EF4-FFF2-40B4-BE49-F238E27FC236}">
                    <a16:creationId xmlns:a16="http://schemas.microsoft.com/office/drawing/2014/main" id="{9F44D4DC-0F28-4F77-9EE9-7EC6575825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06" y="1718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77" name="Rectangle 174">
                <a:extLst>
                  <a:ext uri="{FF2B5EF4-FFF2-40B4-BE49-F238E27FC236}">
                    <a16:creationId xmlns:a16="http://schemas.microsoft.com/office/drawing/2014/main" id="{C16A6B58-6CF8-47A4-9D2B-D38D11B308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40" y="1718"/>
                <a:ext cx="13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=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78" name="Rectangle 175">
                <a:extLst>
                  <a:ext uri="{FF2B5EF4-FFF2-40B4-BE49-F238E27FC236}">
                    <a16:creationId xmlns:a16="http://schemas.microsoft.com/office/drawing/2014/main" id="{A65F7DA2-96A9-4CA7-B397-97862FB01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5" y="1718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 dirty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79" name="Rectangle 176">
                <a:extLst>
                  <a:ext uri="{FF2B5EF4-FFF2-40B4-BE49-F238E27FC236}">
                    <a16:creationId xmlns:a16="http://schemas.microsoft.com/office/drawing/2014/main" id="{A90B6C76-B372-4FAB-92DF-C39C2B0188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0" y="1718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v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80" name="Rectangle 177">
                <a:extLst>
                  <a:ext uri="{FF2B5EF4-FFF2-40B4-BE49-F238E27FC236}">
                    <a16:creationId xmlns:a16="http://schemas.microsoft.com/office/drawing/2014/main" id="{8AF6E21C-FEF2-49E7-A377-220D8B4345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13" y="1718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81" name="Rectangle 178">
                <a:extLst>
                  <a:ext uri="{FF2B5EF4-FFF2-40B4-BE49-F238E27FC236}">
                    <a16:creationId xmlns:a16="http://schemas.microsoft.com/office/drawing/2014/main" id="{06B2B1FD-1374-44CB-9900-0C5FDE48D1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84" y="1718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82" name="Rectangle 179">
                <a:extLst>
                  <a:ext uri="{FF2B5EF4-FFF2-40B4-BE49-F238E27FC236}">
                    <a16:creationId xmlns:a16="http://schemas.microsoft.com/office/drawing/2014/main" id="{A3D32DBD-93C6-4FCB-AED1-17A34FBD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12" y="1718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u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83" name="Rectangle 180">
                <a:extLst>
                  <a:ext uri="{FF2B5EF4-FFF2-40B4-BE49-F238E27FC236}">
                    <a16:creationId xmlns:a16="http://schemas.microsoft.com/office/drawing/2014/main" id="{FF6BAA20-3577-489B-BAF7-8823284EE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82" y="1718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84" name="Rectangle 181">
                <a:extLst>
                  <a:ext uri="{FF2B5EF4-FFF2-40B4-BE49-F238E27FC236}">
                    <a16:creationId xmlns:a16="http://schemas.microsoft.com/office/drawing/2014/main" id="{F1E48439-3E19-4674-B4D9-FE14642E0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2" y="1718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;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85" name="Rectangle 182">
                <a:extLst>
                  <a:ext uri="{FF2B5EF4-FFF2-40B4-BE49-F238E27FC236}">
                    <a16:creationId xmlns:a16="http://schemas.microsoft.com/office/drawing/2014/main" id="{F57484DF-C815-4C70-944E-2272CD4C3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7" y="1718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}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86" name="Rectangle 183">
                <a:extLst>
                  <a:ext uri="{FF2B5EF4-FFF2-40B4-BE49-F238E27FC236}">
                    <a16:creationId xmlns:a16="http://schemas.microsoft.com/office/drawing/2014/main" id="{DC6AABCF-56E6-41BC-890D-2C2483B89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9" y="1862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}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87" name="Rectangle 184">
                <a:extLst>
                  <a:ext uri="{FF2B5EF4-FFF2-40B4-BE49-F238E27FC236}">
                    <a16:creationId xmlns:a16="http://schemas.microsoft.com/office/drawing/2014/main" id="{256B7539-7E68-44FD-8872-52A7EFA181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" y="2481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p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88" name="Rectangle 185">
                <a:extLst>
                  <a:ext uri="{FF2B5EF4-FFF2-40B4-BE49-F238E27FC236}">
                    <a16:creationId xmlns:a16="http://schemas.microsoft.com/office/drawing/2014/main" id="{5B006CDD-9B46-48A9-B9D3-030CFAA7B3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3" y="2481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u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89" name="Rectangle 186">
                <a:extLst>
                  <a:ext uri="{FF2B5EF4-FFF2-40B4-BE49-F238E27FC236}">
                    <a16:creationId xmlns:a16="http://schemas.microsoft.com/office/drawing/2014/main" id="{FDD6C22E-70FB-40E2-B2CC-4E41F47CC5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3" y="2481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b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90" name="Rectangle 187">
                <a:extLst>
                  <a:ext uri="{FF2B5EF4-FFF2-40B4-BE49-F238E27FC236}">
                    <a16:creationId xmlns:a16="http://schemas.microsoft.com/office/drawing/2014/main" id="{91571F78-5BA6-413D-B833-C728BD05B8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3" y="2481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91" name="Rectangle 188">
                <a:extLst>
                  <a:ext uri="{FF2B5EF4-FFF2-40B4-BE49-F238E27FC236}">
                    <a16:creationId xmlns:a16="http://schemas.microsoft.com/office/drawing/2014/main" id="{9F8A23E8-D173-42BE-898E-10550359E6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51" y="2481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92" name="Rectangle 189">
                <a:extLst>
                  <a:ext uri="{FF2B5EF4-FFF2-40B4-BE49-F238E27FC236}">
                    <a16:creationId xmlns:a16="http://schemas.microsoft.com/office/drawing/2014/main" id="{8D55E3B3-7A77-4AE1-B8A6-7D3A7FE7D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79" y="2481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93" name="Rectangle 190">
                <a:extLst>
                  <a:ext uri="{FF2B5EF4-FFF2-40B4-BE49-F238E27FC236}">
                    <a16:creationId xmlns:a16="http://schemas.microsoft.com/office/drawing/2014/main" id="{CCEA34AA-6BC6-45C1-95D4-DA62435197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42" y="2481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94" name="Rectangle 191">
                <a:extLst>
                  <a:ext uri="{FF2B5EF4-FFF2-40B4-BE49-F238E27FC236}">
                    <a16:creationId xmlns:a16="http://schemas.microsoft.com/office/drawing/2014/main" id="{5CFADEE2-0F6D-4C69-BD47-A974B263A0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77" y="2481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95" name="Rectangle 192">
                <a:extLst>
                  <a:ext uri="{FF2B5EF4-FFF2-40B4-BE49-F238E27FC236}">
                    <a16:creationId xmlns:a16="http://schemas.microsoft.com/office/drawing/2014/main" id="{F6233D58-43DA-4E14-8A24-E83519018C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0" y="2481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96" name="Rectangle 193">
                <a:extLst>
                  <a:ext uri="{FF2B5EF4-FFF2-40B4-BE49-F238E27FC236}">
                    <a16:creationId xmlns:a16="http://schemas.microsoft.com/office/drawing/2014/main" id="{DA83E8C2-5B77-40CD-A5B8-ECD4DA72D9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5" y="2481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97" name="Rectangle 194">
                <a:extLst>
                  <a:ext uri="{FF2B5EF4-FFF2-40B4-BE49-F238E27FC236}">
                    <a16:creationId xmlns:a16="http://schemas.microsoft.com/office/drawing/2014/main" id="{6FC6C579-8209-4BB1-9FA7-A52A2CD036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18" y="2481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98" name="Rectangle 195">
                <a:extLst>
                  <a:ext uri="{FF2B5EF4-FFF2-40B4-BE49-F238E27FC236}">
                    <a16:creationId xmlns:a16="http://schemas.microsoft.com/office/drawing/2014/main" id="{FEA7E52F-CEC8-4865-A714-087A441092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5" y="2481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199" name="Rectangle 196">
                <a:extLst>
                  <a:ext uri="{FF2B5EF4-FFF2-40B4-BE49-F238E27FC236}">
                    <a16:creationId xmlns:a16="http://schemas.microsoft.com/office/drawing/2014/main" id="{10A24657-2859-4DA3-8ADB-11D60FB892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16" y="2481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g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00" name="Rectangle 197">
                <a:extLst>
                  <a:ext uri="{FF2B5EF4-FFF2-40B4-BE49-F238E27FC236}">
                    <a16:creationId xmlns:a16="http://schemas.microsoft.com/office/drawing/2014/main" id="{C5712F59-22C4-4EF1-AFC2-CC256FE619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23" y="2481"/>
                <a:ext cx="146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01" name="Rectangle 198">
                <a:extLst>
                  <a:ext uri="{FF2B5EF4-FFF2-40B4-BE49-F238E27FC236}">
                    <a16:creationId xmlns:a16="http://schemas.microsoft.com/office/drawing/2014/main" id="{5DDB6E4D-FAF7-4B6E-8FCD-42567B2DC4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08" y="2481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02" name="Rectangle 199">
                <a:extLst>
                  <a:ext uri="{FF2B5EF4-FFF2-40B4-BE49-F238E27FC236}">
                    <a16:creationId xmlns:a16="http://schemas.microsoft.com/office/drawing/2014/main" id="{EC1A6A99-3EB3-4D87-A0DD-16B2EAC0D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78" y="2481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03" name="Rectangle 200">
                <a:extLst>
                  <a:ext uri="{FF2B5EF4-FFF2-40B4-BE49-F238E27FC236}">
                    <a16:creationId xmlns:a16="http://schemas.microsoft.com/office/drawing/2014/main" id="{2FF88CAB-E5A6-4B9D-BFDB-BA6E207BD5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1" y="2481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04" name="Rectangle 201">
                <a:extLst>
                  <a:ext uri="{FF2B5EF4-FFF2-40B4-BE49-F238E27FC236}">
                    <a16:creationId xmlns:a16="http://schemas.microsoft.com/office/drawing/2014/main" id="{E24A3F43-343A-49BF-88C6-E7C4E6D439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8" y="2481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05" name="Rectangle 202">
                <a:extLst>
                  <a:ext uri="{FF2B5EF4-FFF2-40B4-BE49-F238E27FC236}">
                    <a16:creationId xmlns:a16="http://schemas.microsoft.com/office/drawing/2014/main" id="{DE8F5CAA-8AAE-4C6C-8564-2F061D2FA3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8" y="2481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06" name="Rectangle 203">
                <a:extLst>
                  <a:ext uri="{FF2B5EF4-FFF2-40B4-BE49-F238E27FC236}">
                    <a16:creationId xmlns:a16="http://schemas.microsoft.com/office/drawing/2014/main" id="{E4BAEEC7-AC17-46BC-8108-231A984BC4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66" y="2481"/>
                <a:ext cx="146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207" name="Rectangle 204">
                <a:extLst>
                  <a:ext uri="{FF2B5EF4-FFF2-40B4-BE49-F238E27FC236}">
                    <a16:creationId xmlns:a16="http://schemas.microsoft.com/office/drawing/2014/main" id="{3CC9EFD4-B818-4A60-98B8-D4B12A34AD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50" y="2481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grpSp>
          <p:nvGrpSpPr>
            <p:cNvPr id="8" name="Group 406">
              <a:extLst>
                <a:ext uri="{FF2B5EF4-FFF2-40B4-BE49-F238E27FC236}">
                  <a16:creationId xmlns:a16="http://schemas.microsoft.com/office/drawing/2014/main" id="{4FCBCFC4-CEA0-484B-952A-FD81376D08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2" y="962"/>
              <a:ext cx="4852" cy="2351"/>
              <a:chOff x="512" y="962"/>
              <a:chExt cx="4852" cy="2351"/>
            </a:xfrm>
          </p:grpSpPr>
          <p:sp>
            <p:nvSpPr>
              <p:cNvPr id="136" name="Rectangle 206">
                <a:extLst>
                  <a:ext uri="{FF2B5EF4-FFF2-40B4-BE49-F238E27FC236}">
                    <a16:creationId xmlns:a16="http://schemas.microsoft.com/office/drawing/2014/main" id="{77C908B7-6EC0-444C-8E4B-854567AF5D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20" y="2481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7" name="Rectangle 207">
                <a:extLst>
                  <a:ext uri="{FF2B5EF4-FFF2-40B4-BE49-F238E27FC236}">
                    <a16:creationId xmlns:a16="http://schemas.microsoft.com/office/drawing/2014/main" id="{09E7E254-EE44-4D1C-B43B-8BB57ADA9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82" y="2481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u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8" name="Rectangle 208">
                <a:extLst>
                  <a:ext uri="{FF2B5EF4-FFF2-40B4-BE49-F238E27FC236}">
                    <a16:creationId xmlns:a16="http://schemas.microsoft.com/office/drawing/2014/main" id="{02A7648B-A2E7-49A8-AE38-B5D8AF018E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52" y="2481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39" name="Rectangle 209">
                <a:extLst>
                  <a:ext uri="{FF2B5EF4-FFF2-40B4-BE49-F238E27FC236}">
                    <a16:creationId xmlns:a16="http://schemas.microsoft.com/office/drawing/2014/main" id="{CF8747D0-B59B-4039-AB6A-2657F84B3E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4" y="2481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0" name="Rectangle 210">
                <a:extLst>
                  <a:ext uri="{FF2B5EF4-FFF2-40B4-BE49-F238E27FC236}">
                    <a16:creationId xmlns:a16="http://schemas.microsoft.com/office/drawing/2014/main" id="{91FED092-C02F-4DCB-8843-09E49E61A6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2" y="2481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1" name="Rectangle 211">
                <a:extLst>
                  <a:ext uri="{FF2B5EF4-FFF2-40B4-BE49-F238E27FC236}">
                    <a16:creationId xmlns:a16="http://schemas.microsoft.com/office/drawing/2014/main" id="{03FD3F6A-CEA8-4492-A624-3AC4380EC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6" y="2481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y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2" name="Rectangle 212">
                <a:extLst>
                  <a:ext uri="{FF2B5EF4-FFF2-40B4-BE49-F238E27FC236}">
                    <a16:creationId xmlns:a16="http://schemas.microsoft.com/office/drawing/2014/main" id="{03041D0C-AA9B-4189-BB64-0F13B3A307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9" y="2481"/>
                <a:ext cx="15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3" name="Rectangle 213">
                <a:extLst>
                  <a:ext uri="{FF2B5EF4-FFF2-40B4-BE49-F238E27FC236}">
                    <a16:creationId xmlns:a16="http://schemas.microsoft.com/office/drawing/2014/main" id="{277158BA-36E9-45D4-86B5-E1AA35D34F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10" y="2481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u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4" name="Rectangle 214">
                <a:extLst>
                  <a:ext uri="{FF2B5EF4-FFF2-40B4-BE49-F238E27FC236}">
                    <a16:creationId xmlns:a16="http://schemas.microsoft.com/office/drawing/2014/main" id="{D4990CED-F55B-4DA7-8EEB-D5AC34953A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80" y="2481"/>
                <a:ext cx="169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m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5" name="Rectangle 215">
                <a:extLst>
                  <a:ext uri="{FF2B5EF4-FFF2-40B4-BE49-F238E27FC236}">
                    <a16:creationId xmlns:a16="http://schemas.microsoft.com/office/drawing/2014/main" id="{ED4A7FDC-6862-4777-887B-A152A2CB54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6" y="2481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b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6" name="Rectangle 216">
                <a:extLst>
                  <a:ext uri="{FF2B5EF4-FFF2-40B4-BE49-F238E27FC236}">
                    <a16:creationId xmlns:a16="http://schemas.microsoft.com/office/drawing/2014/main" id="{35DA62E0-68F5-4574-A6AF-FEAED6C20B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2481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7" name="Rectangle 217">
                <a:extLst>
                  <a:ext uri="{FF2B5EF4-FFF2-40B4-BE49-F238E27FC236}">
                    <a16:creationId xmlns:a16="http://schemas.microsoft.com/office/drawing/2014/main" id="{3AD70B40-4557-46E0-8C2E-E12582327B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6" y="2481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8" name="Rectangle 218">
                <a:extLst>
                  <a:ext uri="{FF2B5EF4-FFF2-40B4-BE49-F238E27FC236}">
                    <a16:creationId xmlns:a16="http://schemas.microsoft.com/office/drawing/2014/main" id="{2861738B-A58D-4A71-9C46-B23910F08C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" y="2624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{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49" name="Rectangle 219">
                <a:extLst>
                  <a:ext uri="{FF2B5EF4-FFF2-40B4-BE49-F238E27FC236}">
                    <a16:creationId xmlns:a16="http://schemas.microsoft.com/office/drawing/2014/main" id="{EC8B905E-102D-4716-8606-6DA35366CD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5" y="2774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/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0" name="Rectangle 220">
                <a:extLst>
                  <a:ext uri="{FF2B5EF4-FFF2-40B4-BE49-F238E27FC236}">
                    <a16:creationId xmlns:a16="http://schemas.microsoft.com/office/drawing/2014/main" id="{815A81AF-3198-42AC-8902-46D086D83B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30" y="2774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/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1" name="Rectangle 221">
                <a:extLst>
                  <a:ext uri="{FF2B5EF4-FFF2-40B4-BE49-F238E27FC236}">
                    <a16:creationId xmlns:a16="http://schemas.microsoft.com/office/drawing/2014/main" id="{0A70115C-6623-44D1-A007-F47ABF7EF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5" y="2774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2" name="Rectangle 222">
                <a:extLst>
                  <a:ext uri="{FF2B5EF4-FFF2-40B4-BE49-F238E27FC236}">
                    <a16:creationId xmlns:a16="http://schemas.microsoft.com/office/drawing/2014/main" id="{6672B272-D7DD-4955-8EB3-85C6B158B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01" y="2774"/>
                <a:ext cx="15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3" name="Rectangle 223">
                <a:extLst>
                  <a:ext uri="{FF2B5EF4-FFF2-40B4-BE49-F238E27FC236}">
                    <a16:creationId xmlns:a16="http://schemas.microsoft.com/office/drawing/2014/main" id="{4288E6F5-CC96-4B1F-A2F3-EC09922EFD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2" y="2774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4" name="Rectangle 224">
                <a:extLst>
                  <a:ext uri="{FF2B5EF4-FFF2-40B4-BE49-F238E27FC236}">
                    <a16:creationId xmlns:a16="http://schemas.microsoft.com/office/drawing/2014/main" id="{AC3F0029-D581-48EB-8228-523CA9A235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2" y="2774"/>
                <a:ext cx="15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w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5" name="Rectangle 225">
                <a:extLst>
                  <a:ext uri="{FF2B5EF4-FFF2-40B4-BE49-F238E27FC236}">
                    <a16:creationId xmlns:a16="http://schemas.microsoft.com/office/drawing/2014/main" id="{F118FA2B-9CC6-478B-992D-E727CEF4DF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4" y="2774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6" name="Rectangle 226">
                <a:extLst>
                  <a:ext uri="{FF2B5EF4-FFF2-40B4-BE49-F238E27FC236}">
                    <a16:creationId xmlns:a16="http://schemas.microsoft.com/office/drawing/2014/main" id="{ADAE38B3-8B1A-47D9-9A27-326C8A9E71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89" y="2774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7" name="Rectangle 227">
                <a:extLst>
                  <a:ext uri="{FF2B5EF4-FFF2-40B4-BE49-F238E27FC236}">
                    <a16:creationId xmlns:a16="http://schemas.microsoft.com/office/drawing/2014/main" id="{250DC7E9-4706-4A5C-B4FE-F825275FE6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9" y="2774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8" name="Rectangle 228">
                <a:extLst>
                  <a:ext uri="{FF2B5EF4-FFF2-40B4-BE49-F238E27FC236}">
                    <a16:creationId xmlns:a16="http://schemas.microsoft.com/office/drawing/2014/main" id="{3167CFD8-32C0-47EA-8F9E-47FF3FBC28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2" y="2774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59" name="Rectangle 229">
                <a:extLst>
                  <a:ext uri="{FF2B5EF4-FFF2-40B4-BE49-F238E27FC236}">
                    <a16:creationId xmlns:a16="http://schemas.microsoft.com/office/drawing/2014/main" id="{9F913142-72BE-472C-A917-1DCEDDCC9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57" y="2774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0" name="Rectangle 230">
                <a:extLst>
                  <a:ext uri="{FF2B5EF4-FFF2-40B4-BE49-F238E27FC236}">
                    <a16:creationId xmlns:a16="http://schemas.microsoft.com/office/drawing/2014/main" id="{6DDA945B-CA05-4628-9C24-6BBEA21482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28" y="2774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1" name="Rectangle 231">
                <a:extLst>
                  <a:ext uri="{FF2B5EF4-FFF2-40B4-BE49-F238E27FC236}">
                    <a16:creationId xmlns:a16="http://schemas.microsoft.com/office/drawing/2014/main" id="{99C29186-8973-44DA-B60F-9641CDA6BA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63" y="2774"/>
                <a:ext cx="0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3" name="Rectangle 233">
                <a:extLst>
                  <a:ext uri="{FF2B5EF4-FFF2-40B4-BE49-F238E27FC236}">
                    <a16:creationId xmlns:a16="http://schemas.microsoft.com/office/drawing/2014/main" id="{4BB63B66-66A2-4A86-9BBA-32FCA94E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75" y="2774"/>
                <a:ext cx="0" cy="17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4" name="Rectangle 234">
                <a:extLst>
                  <a:ext uri="{FF2B5EF4-FFF2-40B4-BE49-F238E27FC236}">
                    <a16:creationId xmlns:a16="http://schemas.microsoft.com/office/drawing/2014/main" id="{CFDFB750-C21D-432C-9D34-F01A4E60F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47" y="2774"/>
                <a:ext cx="256" cy="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en-US" sz="1500" dirty="0">
                    <a:solidFill>
                      <a:srgbClr val="700015"/>
                    </a:solidFill>
                  </a:rPr>
                  <a:t>write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5" name="Rectangle 235">
                <a:extLst>
                  <a:ext uri="{FF2B5EF4-FFF2-40B4-BE49-F238E27FC236}">
                    <a16:creationId xmlns:a16="http://schemas.microsoft.com/office/drawing/2014/main" id="{A6DAA0A0-6FE6-4CC9-9C7F-F379EB6965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6" y="2774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-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6" name="Rectangle 236">
                <a:extLst>
                  <a:ext uri="{FF2B5EF4-FFF2-40B4-BE49-F238E27FC236}">
                    <a16:creationId xmlns:a16="http://schemas.microsoft.com/office/drawing/2014/main" id="{E9B0FCEF-ACD4-400E-8207-39505C854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57" y="2774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 dirty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o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7" name="Rectangle 237">
                <a:extLst>
                  <a:ext uri="{FF2B5EF4-FFF2-40B4-BE49-F238E27FC236}">
                    <a16:creationId xmlns:a16="http://schemas.microsoft.com/office/drawing/2014/main" id="{D7416C77-492A-4CD5-A459-DF61B08FC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8" y="2774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 dirty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n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8" name="Rectangle 238">
                <a:extLst>
                  <a:ext uri="{FF2B5EF4-FFF2-40B4-BE49-F238E27FC236}">
                    <a16:creationId xmlns:a16="http://schemas.microsoft.com/office/drawing/2014/main" id="{F27A078A-AA7F-471F-929B-82E0B9F793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8" y="2774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69" name="Rectangle 239">
                <a:extLst>
                  <a:ext uri="{FF2B5EF4-FFF2-40B4-BE49-F238E27FC236}">
                    <a16:creationId xmlns:a16="http://schemas.microsoft.com/office/drawing/2014/main" id="{F3A5A414-3BCC-4027-AFFD-D3C7A15ABA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26" y="2774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y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70" name="Rectangle 240">
                <a:extLst>
                  <a:ext uri="{FF2B5EF4-FFF2-40B4-BE49-F238E27FC236}">
                    <a16:creationId xmlns:a16="http://schemas.microsoft.com/office/drawing/2014/main" id="{75699B12-65ED-40A3-B8E5-D069FD03F7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25" y="2774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p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71" name="Rectangle 241">
                <a:extLst>
                  <a:ext uri="{FF2B5EF4-FFF2-40B4-BE49-F238E27FC236}">
                    <a16:creationId xmlns:a16="http://schemas.microsoft.com/office/drawing/2014/main" id="{1D2EB756-0B37-4744-B760-03ACB7DC52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95" y="2774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72" name="Rectangle 242">
                <a:extLst>
                  <a:ext uri="{FF2B5EF4-FFF2-40B4-BE49-F238E27FC236}">
                    <a16:creationId xmlns:a16="http://schemas.microsoft.com/office/drawing/2014/main" id="{39E4854D-3E2F-4978-9E40-1732579C2B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37" y="2774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73" name="Rectangle 243">
                <a:extLst>
                  <a:ext uri="{FF2B5EF4-FFF2-40B4-BE49-F238E27FC236}">
                    <a16:creationId xmlns:a16="http://schemas.microsoft.com/office/drawing/2014/main" id="{35445B74-B25E-4A33-90DE-559897144A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07" y="2774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p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74" name="Rectangle 244">
                <a:extLst>
                  <a:ext uri="{FF2B5EF4-FFF2-40B4-BE49-F238E27FC236}">
                    <a16:creationId xmlns:a16="http://schemas.microsoft.com/office/drawing/2014/main" id="{4384ADCF-824D-40D5-99E7-DF539EAFEC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78" y="2774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75" name="Rectangle 245">
                <a:extLst>
                  <a:ext uri="{FF2B5EF4-FFF2-40B4-BE49-F238E27FC236}">
                    <a16:creationId xmlns:a16="http://schemas.microsoft.com/office/drawing/2014/main" id="{C165677F-5CA9-4D26-B998-378FB64590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48" y="2774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76" name="Rectangle 246">
                <a:extLst>
                  <a:ext uri="{FF2B5EF4-FFF2-40B4-BE49-F238E27FC236}">
                    <a16:creationId xmlns:a16="http://schemas.microsoft.com/office/drawing/2014/main" id="{405E8575-EA3E-4AA0-841C-5C13A08F32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90" y="2774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77" name="Rectangle 247">
                <a:extLst>
                  <a:ext uri="{FF2B5EF4-FFF2-40B4-BE49-F238E27FC236}">
                    <a16:creationId xmlns:a16="http://schemas.microsoft.com/office/drawing/2014/main" id="{D5D72652-FDAD-405F-B392-2CC167FB3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25" y="2774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y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78" name="Rectangle 248">
                <a:extLst>
                  <a:ext uri="{FF2B5EF4-FFF2-40B4-BE49-F238E27FC236}">
                    <a16:creationId xmlns:a16="http://schemas.microsoft.com/office/drawing/2014/main" id="{D27F8995-3DCF-4615-A4C4-112706D5D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5" y="2992"/>
                <a:ext cx="61" cy="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en-US" sz="1500" dirty="0">
                    <a:solidFill>
                      <a:srgbClr val="3535FF"/>
                    </a:solidFill>
                  </a:rPr>
                  <a:t>s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79" name="Rectangle 249">
                <a:extLst>
                  <a:ext uri="{FF2B5EF4-FFF2-40B4-BE49-F238E27FC236}">
                    <a16:creationId xmlns:a16="http://schemas.microsoft.com/office/drawing/2014/main" id="{2296D0E4-9C2A-4B7F-85DF-0727C8CBDA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5" y="2992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 dirty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80" name="Rectangle 250">
                <a:extLst>
                  <a:ext uri="{FF2B5EF4-FFF2-40B4-BE49-F238E27FC236}">
                    <a16:creationId xmlns:a16="http://schemas.microsoft.com/office/drawing/2014/main" id="{FA2ACBFA-58AB-475D-BB37-B482D4F56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35" y="2992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81" name="Rectangle 251">
                <a:extLst>
                  <a:ext uri="{FF2B5EF4-FFF2-40B4-BE49-F238E27FC236}">
                    <a16:creationId xmlns:a16="http://schemas.microsoft.com/office/drawing/2014/main" id="{AAB018BE-1D4E-433B-AB06-BB024393A2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70" y="2992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82" name="Rectangle 252">
                <a:extLst>
                  <a:ext uri="{FF2B5EF4-FFF2-40B4-BE49-F238E27FC236}">
                    <a16:creationId xmlns:a16="http://schemas.microsoft.com/office/drawing/2014/main" id="{7670CD9F-80C8-464F-9EC5-B7807617C1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05" y="2992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{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83" name="Rectangle 253">
                <a:extLst>
                  <a:ext uri="{FF2B5EF4-FFF2-40B4-BE49-F238E27FC236}">
                    <a16:creationId xmlns:a16="http://schemas.microsoft.com/office/drawing/2014/main" id="{51725025-6D2C-47B9-A12D-798EF8A36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47" y="2992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84" name="Rectangle 254">
                <a:extLst>
                  <a:ext uri="{FF2B5EF4-FFF2-40B4-BE49-F238E27FC236}">
                    <a16:creationId xmlns:a16="http://schemas.microsoft.com/office/drawing/2014/main" id="{BFE659E2-5B18-4D32-9824-A24935FDA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3" y="2992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85" name="Rectangle 255">
                <a:extLst>
                  <a:ext uri="{FF2B5EF4-FFF2-40B4-BE49-F238E27FC236}">
                    <a16:creationId xmlns:a16="http://schemas.microsoft.com/office/drawing/2014/main" id="{6CB0BC7C-22B0-44F9-9F55-C01E8BB2B4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3" y="2992"/>
                <a:ext cx="169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m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86" name="Rectangle 256">
                <a:extLst>
                  <a:ext uri="{FF2B5EF4-FFF2-40B4-BE49-F238E27FC236}">
                    <a16:creationId xmlns:a16="http://schemas.microsoft.com/office/drawing/2014/main" id="{AC57C193-7205-4260-901B-062231B393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59" y="2992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 dirty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p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87" name="Rectangle 257">
                <a:extLst>
                  <a:ext uri="{FF2B5EF4-FFF2-40B4-BE49-F238E27FC236}">
                    <a16:creationId xmlns:a16="http://schemas.microsoft.com/office/drawing/2014/main" id="{BAFC1DFF-C834-4400-B0CD-4549AA36AD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29" y="2992"/>
                <a:ext cx="146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88" name="Rectangle 258">
                <a:extLst>
                  <a:ext uri="{FF2B5EF4-FFF2-40B4-BE49-F238E27FC236}">
                    <a16:creationId xmlns:a16="http://schemas.microsoft.com/office/drawing/2014/main" id="{96FE74AD-EA4A-4CD2-84D7-1843CE73E0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14" y="2992"/>
                <a:ext cx="146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89" name="Rectangle 259">
                <a:extLst>
                  <a:ext uri="{FF2B5EF4-FFF2-40B4-BE49-F238E27FC236}">
                    <a16:creationId xmlns:a16="http://schemas.microsoft.com/office/drawing/2014/main" id="{64662F0D-A910-46E0-864A-9A422509BC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98" y="2992"/>
                <a:ext cx="15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90" name="Rectangle 260">
                <a:extLst>
                  <a:ext uri="{FF2B5EF4-FFF2-40B4-BE49-F238E27FC236}">
                    <a16:creationId xmlns:a16="http://schemas.microsoft.com/office/drawing/2014/main" id="{D44E2172-732E-42A8-998A-7773CCAF80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0" y="2992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91" name="Rectangle 261">
                <a:extLst>
                  <a:ext uri="{FF2B5EF4-FFF2-40B4-BE49-F238E27FC236}">
                    <a16:creationId xmlns:a16="http://schemas.microsoft.com/office/drawing/2014/main" id="{8780BEE6-47FE-445A-9B1D-53FB818C7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24" y="2992"/>
                <a:ext cx="13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=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92" name="Rectangle 262">
                <a:extLst>
                  <a:ext uri="{FF2B5EF4-FFF2-40B4-BE49-F238E27FC236}">
                    <a16:creationId xmlns:a16="http://schemas.microsoft.com/office/drawing/2014/main" id="{9D7372E1-2E16-4957-8F73-05B8838F3E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699" y="2992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93" name="Rectangle 263">
                <a:extLst>
                  <a:ext uri="{FF2B5EF4-FFF2-40B4-BE49-F238E27FC236}">
                    <a16:creationId xmlns:a16="http://schemas.microsoft.com/office/drawing/2014/main" id="{93CAF37D-BAD2-4884-9516-C75C47C26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4" y="2992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v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94" name="Rectangle 264">
                <a:extLst>
                  <a:ext uri="{FF2B5EF4-FFF2-40B4-BE49-F238E27FC236}">
                    <a16:creationId xmlns:a16="http://schemas.microsoft.com/office/drawing/2014/main" id="{9013836A-7347-478E-8D73-D0DE51BFA1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97" y="2992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95" name="Rectangle 265">
                <a:extLst>
                  <a:ext uri="{FF2B5EF4-FFF2-40B4-BE49-F238E27FC236}">
                    <a16:creationId xmlns:a16="http://schemas.microsoft.com/office/drawing/2014/main" id="{5F216432-C120-4E4A-9F37-E2E50A8C93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68" y="2992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96" name="Rectangle 266">
                <a:extLst>
                  <a:ext uri="{FF2B5EF4-FFF2-40B4-BE49-F238E27FC236}">
                    <a16:creationId xmlns:a16="http://schemas.microsoft.com/office/drawing/2014/main" id="{7443194F-50FA-4A32-B42B-B2CA562F08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95" y="2992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u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97" name="Rectangle 267">
                <a:extLst>
                  <a:ext uri="{FF2B5EF4-FFF2-40B4-BE49-F238E27FC236}">
                    <a16:creationId xmlns:a16="http://schemas.microsoft.com/office/drawing/2014/main" id="{0CBE4F3A-B635-4E14-9DDB-659EC7D0C7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6" y="2992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98" name="Rectangle 268">
                <a:extLst>
                  <a:ext uri="{FF2B5EF4-FFF2-40B4-BE49-F238E27FC236}">
                    <a16:creationId xmlns:a16="http://schemas.microsoft.com/office/drawing/2014/main" id="{50454D1A-2931-4028-914C-03B90D9BAC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36" y="2992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anose="020B0604020202020204" pitchFamily="34" charset="0"/>
                  </a:rPr>
                  <a:t>;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199" name="Rectangle 269">
                <a:extLst>
                  <a:ext uri="{FF2B5EF4-FFF2-40B4-BE49-F238E27FC236}">
                    <a16:creationId xmlns:a16="http://schemas.microsoft.com/office/drawing/2014/main" id="{5ACC52A7-6B54-4705-A2E9-25261C3D36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04" y="2992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}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0" name="Rectangle 270">
                <a:extLst>
                  <a:ext uri="{FF2B5EF4-FFF2-40B4-BE49-F238E27FC236}">
                    <a16:creationId xmlns:a16="http://schemas.microsoft.com/office/drawing/2014/main" id="{B268FD1C-CD42-4790-975B-AA5836B6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" y="3143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}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1" name="Rectangle 271">
                <a:extLst>
                  <a:ext uri="{FF2B5EF4-FFF2-40B4-BE49-F238E27FC236}">
                    <a16:creationId xmlns:a16="http://schemas.microsoft.com/office/drawing/2014/main" id="{1999BCC2-F9AE-4ABA-925E-0FCA068FF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" y="962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/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2" name="Rectangle 272">
                <a:extLst>
                  <a:ext uri="{FF2B5EF4-FFF2-40B4-BE49-F238E27FC236}">
                    <a16:creationId xmlns:a16="http://schemas.microsoft.com/office/drawing/2014/main" id="{6B5CDE39-C048-4025-A5BC-64964D4B4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9" y="962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/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3" name="Rectangle 273">
                <a:extLst>
                  <a:ext uri="{FF2B5EF4-FFF2-40B4-BE49-F238E27FC236}">
                    <a16:creationId xmlns:a16="http://schemas.microsoft.com/office/drawing/2014/main" id="{2E20CC32-4612-45D4-8757-298C53AD6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4" y="962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4" name="Rectangle 274">
                <a:extLst>
                  <a:ext uri="{FF2B5EF4-FFF2-40B4-BE49-F238E27FC236}">
                    <a16:creationId xmlns:a16="http://schemas.microsoft.com/office/drawing/2014/main" id="{F20D8496-416A-4D64-9E5E-727473581C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9" y="962"/>
                <a:ext cx="161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5" name="Rectangle 275">
                <a:extLst>
                  <a:ext uri="{FF2B5EF4-FFF2-40B4-BE49-F238E27FC236}">
                    <a16:creationId xmlns:a16="http://schemas.microsoft.com/office/drawing/2014/main" id="{E1D7FED6-34F5-4425-B451-548C3420E8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38" y="962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b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6" name="Rectangle 276">
                <a:extLst>
                  <a:ext uri="{FF2B5EF4-FFF2-40B4-BE49-F238E27FC236}">
                    <a16:creationId xmlns:a16="http://schemas.microsoft.com/office/drawing/2014/main" id="{D84D9C24-D101-4A29-87DE-102B62A794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09" y="962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j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7" name="Rectangle 277">
                <a:extLst>
                  <a:ext uri="{FF2B5EF4-FFF2-40B4-BE49-F238E27FC236}">
                    <a16:creationId xmlns:a16="http://schemas.microsoft.com/office/drawing/2014/main" id="{D987766F-654E-49AF-B403-269FD269CC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37" y="962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8" name="Rectangle 278">
                <a:extLst>
                  <a:ext uri="{FF2B5EF4-FFF2-40B4-BE49-F238E27FC236}">
                    <a16:creationId xmlns:a16="http://schemas.microsoft.com/office/drawing/2014/main" id="{93208F3D-9E49-4DCA-A3A3-3613D015C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08" y="962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09" name="Rectangle 279">
                <a:extLst>
                  <a:ext uri="{FF2B5EF4-FFF2-40B4-BE49-F238E27FC236}">
                    <a16:creationId xmlns:a16="http://schemas.microsoft.com/office/drawing/2014/main" id="{B6BF9B3F-BA07-48E0-98C7-7EA94166BE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2" y="962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0" name="Rectangle 280">
                <a:extLst>
                  <a:ext uri="{FF2B5EF4-FFF2-40B4-BE49-F238E27FC236}">
                    <a16:creationId xmlns:a16="http://schemas.microsoft.com/office/drawing/2014/main" id="{2B737F7A-818B-4FDB-977B-B6D4F808EB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07" y="962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1" name="Rectangle 281">
                <a:extLst>
                  <a:ext uri="{FF2B5EF4-FFF2-40B4-BE49-F238E27FC236}">
                    <a16:creationId xmlns:a16="http://schemas.microsoft.com/office/drawing/2014/main" id="{05637764-DD39-49F1-B0FD-D45A13C378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2" y="962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u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2" name="Rectangle 282">
                <a:extLst>
                  <a:ext uri="{FF2B5EF4-FFF2-40B4-BE49-F238E27FC236}">
                    <a16:creationId xmlns:a16="http://schemas.microsoft.com/office/drawing/2014/main" id="{E7162A3F-C042-44EB-9485-1A775F3664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2" y="962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3" name="Rectangle 283">
                <a:extLst>
                  <a:ext uri="{FF2B5EF4-FFF2-40B4-BE49-F238E27FC236}">
                    <a16:creationId xmlns:a16="http://schemas.microsoft.com/office/drawing/2014/main" id="{E2301C93-AB54-47E2-B6B9-0BBEF18405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6" y="962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4" name="Rectangle 284">
                <a:extLst>
                  <a:ext uri="{FF2B5EF4-FFF2-40B4-BE49-F238E27FC236}">
                    <a16:creationId xmlns:a16="http://schemas.microsoft.com/office/drawing/2014/main" id="{1981E2B3-2916-4BBA-B28C-B7F4F1FED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6" y="962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5" name="Rectangle 285">
                <a:extLst>
                  <a:ext uri="{FF2B5EF4-FFF2-40B4-BE49-F238E27FC236}">
                    <a16:creationId xmlns:a16="http://schemas.microsoft.com/office/drawing/2014/main" id="{34E187CE-5277-4148-8EEA-2EAC1234B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8" y="962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6" name="Rectangle 286">
                <a:extLst>
                  <a:ext uri="{FF2B5EF4-FFF2-40B4-BE49-F238E27FC236}">
                    <a16:creationId xmlns:a16="http://schemas.microsoft.com/office/drawing/2014/main" id="{62CFABBA-1EF8-4654-8102-BE26DC4D2F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1" y="962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7" name="Rectangle 287">
                <a:extLst>
                  <a:ext uri="{FF2B5EF4-FFF2-40B4-BE49-F238E27FC236}">
                    <a16:creationId xmlns:a16="http://schemas.microsoft.com/office/drawing/2014/main" id="{3D2189ED-03FC-416D-B701-488ACE54E8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86" y="962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8" name="Rectangle 288">
                <a:extLst>
                  <a:ext uri="{FF2B5EF4-FFF2-40B4-BE49-F238E27FC236}">
                    <a16:creationId xmlns:a16="http://schemas.microsoft.com/office/drawing/2014/main" id="{F38C87EE-9699-4DFB-B013-CAF9516FFA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50" y="962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19" name="Rectangle 289">
                <a:extLst>
                  <a:ext uri="{FF2B5EF4-FFF2-40B4-BE49-F238E27FC236}">
                    <a16:creationId xmlns:a16="http://schemas.microsoft.com/office/drawing/2014/main" id="{565FE851-BA5F-4595-B7C0-3D0DF8576B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19" y="962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0" name="Rectangle 290">
                <a:extLst>
                  <a:ext uri="{FF2B5EF4-FFF2-40B4-BE49-F238E27FC236}">
                    <a16:creationId xmlns:a16="http://schemas.microsoft.com/office/drawing/2014/main" id="{C57AE0AB-B65D-4160-9DC1-56E519A83A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90" y="962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1" name="Rectangle 291">
                <a:extLst>
                  <a:ext uri="{FF2B5EF4-FFF2-40B4-BE49-F238E27FC236}">
                    <a16:creationId xmlns:a16="http://schemas.microsoft.com/office/drawing/2014/main" id="{1851E883-5944-4B16-8FD8-1E042BC32B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25" y="962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2" name="Rectangle 292">
                <a:extLst>
                  <a:ext uri="{FF2B5EF4-FFF2-40B4-BE49-F238E27FC236}">
                    <a16:creationId xmlns:a16="http://schemas.microsoft.com/office/drawing/2014/main" id="{639BA62A-FF74-43E6-A169-97DE12CE83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5" y="962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3" name="Rectangle 293">
                <a:extLst>
                  <a:ext uri="{FF2B5EF4-FFF2-40B4-BE49-F238E27FC236}">
                    <a16:creationId xmlns:a16="http://schemas.microsoft.com/office/drawing/2014/main" id="{8434D32C-194A-4A3E-9432-9D07D6FD7F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65" y="962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4" name="Rectangle 294">
                <a:extLst>
                  <a:ext uri="{FF2B5EF4-FFF2-40B4-BE49-F238E27FC236}">
                    <a16:creationId xmlns:a16="http://schemas.microsoft.com/office/drawing/2014/main" id="{9DD35F76-3E62-4A8B-BB1D-DB7BEC02D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93" y="962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y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5" name="Rectangle 295">
                <a:extLst>
                  <a:ext uri="{FF2B5EF4-FFF2-40B4-BE49-F238E27FC236}">
                    <a16:creationId xmlns:a16="http://schemas.microsoft.com/office/drawing/2014/main" id="{75B8AC2C-630D-4F73-9E9B-99AC02371C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57" y="962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6" name="Rectangle 296">
                <a:extLst>
                  <a:ext uri="{FF2B5EF4-FFF2-40B4-BE49-F238E27FC236}">
                    <a16:creationId xmlns:a16="http://schemas.microsoft.com/office/drawing/2014/main" id="{F93477AE-ABBD-44AB-87D2-5A4C6D3C3A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2" y="962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g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7" name="Rectangle 297">
                <a:extLst>
                  <a:ext uri="{FF2B5EF4-FFF2-40B4-BE49-F238E27FC236}">
                    <a16:creationId xmlns:a16="http://schemas.microsoft.com/office/drawing/2014/main" id="{A6F04D92-FE24-4E2E-B87C-C5A069F01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63" y="962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8" name="Rectangle 298">
                <a:extLst>
                  <a:ext uri="{FF2B5EF4-FFF2-40B4-BE49-F238E27FC236}">
                    <a16:creationId xmlns:a16="http://schemas.microsoft.com/office/drawing/2014/main" id="{9BA38BD2-8E11-462C-8682-276FA060E6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3" y="962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29" name="Rectangle 299">
                <a:extLst>
                  <a:ext uri="{FF2B5EF4-FFF2-40B4-BE49-F238E27FC236}">
                    <a16:creationId xmlns:a16="http://schemas.microsoft.com/office/drawing/2014/main" id="{46CD2CB4-CE4D-4393-98AC-DB2C7349B8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69" y="962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0" name="Rectangle 300">
                <a:extLst>
                  <a:ext uri="{FF2B5EF4-FFF2-40B4-BE49-F238E27FC236}">
                    <a16:creationId xmlns:a16="http://schemas.microsoft.com/office/drawing/2014/main" id="{FEE8677A-D8E0-4BE0-A184-80B08E9C6D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04" y="962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1" name="Rectangle 301">
                <a:extLst>
                  <a:ext uri="{FF2B5EF4-FFF2-40B4-BE49-F238E27FC236}">
                    <a16:creationId xmlns:a16="http://schemas.microsoft.com/office/drawing/2014/main" id="{E5598091-7F74-4F8C-8079-A5206F78DD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39" y="962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h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2" name="Rectangle 302">
                <a:extLst>
                  <a:ext uri="{FF2B5EF4-FFF2-40B4-BE49-F238E27FC236}">
                    <a16:creationId xmlns:a16="http://schemas.microsoft.com/office/drawing/2014/main" id="{E024B1AB-7DE6-4269-917D-A7103E2533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10" y="962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3" name="Rectangle 303">
                <a:extLst>
                  <a:ext uri="{FF2B5EF4-FFF2-40B4-BE49-F238E27FC236}">
                    <a16:creationId xmlns:a16="http://schemas.microsoft.com/office/drawing/2014/main" id="{AEFA5E7C-F13E-4662-BF08-62F1C5FC91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4" y="962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v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4" name="Rectangle 304">
                <a:extLst>
                  <a:ext uri="{FF2B5EF4-FFF2-40B4-BE49-F238E27FC236}">
                    <a16:creationId xmlns:a16="http://schemas.microsoft.com/office/drawing/2014/main" id="{EE667B83-5135-4D7E-A778-03E6EF7FEC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7" y="962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5" name="Rectangle 305">
                <a:extLst>
                  <a:ext uri="{FF2B5EF4-FFF2-40B4-BE49-F238E27FC236}">
                    <a16:creationId xmlns:a16="http://schemas.microsoft.com/office/drawing/2014/main" id="{8330DE29-7CB7-4E2A-A5AE-64BD94C77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7" y="962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6" name="Rectangle 306">
                <a:extLst>
                  <a:ext uri="{FF2B5EF4-FFF2-40B4-BE49-F238E27FC236}">
                    <a16:creationId xmlns:a16="http://schemas.microsoft.com/office/drawing/2014/main" id="{3A45F2F6-81F3-49FC-999C-BDC5862FD1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75" y="962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u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7" name="Rectangle 307">
                <a:extLst>
                  <a:ext uri="{FF2B5EF4-FFF2-40B4-BE49-F238E27FC236}">
                    <a16:creationId xmlns:a16="http://schemas.microsoft.com/office/drawing/2014/main" id="{77994177-CBBA-4D54-B77B-6BDB4B5ED0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45" y="962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8" name="Rectangle 308">
                <a:extLst>
                  <a:ext uri="{FF2B5EF4-FFF2-40B4-BE49-F238E27FC236}">
                    <a16:creationId xmlns:a16="http://schemas.microsoft.com/office/drawing/2014/main" id="{231C5BE7-C9A1-4001-ABEB-FDE8AF1DBD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16" y="962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,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39" name="Rectangle 309">
                <a:extLst>
                  <a:ext uri="{FF2B5EF4-FFF2-40B4-BE49-F238E27FC236}">
                    <a16:creationId xmlns:a16="http://schemas.microsoft.com/office/drawing/2014/main" id="{FEF02ED0-D8BF-4519-9EC9-FCE9039E6B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" y="1104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/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40" name="Rectangle 310">
                <a:extLst>
                  <a:ext uri="{FF2B5EF4-FFF2-40B4-BE49-F238E27FC236}">
                    <a16:creationId xmlns:a16="http://schemas.microsoft.com/office/drawing/2014/main" id="{4DF9C276-81B4-48C2-9701-9382394F44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69" y="1104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/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41" name="Rectangle 311">
                <a:extLst>
                  <a:ext uri="{FF2B5EF4-FFF2-40B4-BE49-F238E27FC236}">
                    <a16:creationId xmlns:a16="http://schemas.microsoft.com/office/drawing/2014/main" id="{D70C83B1-FE60-4642-9333-60BED856C3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4" y="1104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42" name="Rectangle 312">
                <a:extLst>
                  <a:ext uri="{FF2B5EF4-FFF2-40B4-BE49-F238E27FC236}">
                    <a16:creationId xmlns:a16="http://schemas.microsoft.com/office/drawing/2014/main" id="{E4FAE963-A676-4C0B-B505-B83E9DA7B7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9" y="1104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h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43" name="Rectangle 313">
                <a:extLst>
                  <a:ext uri="{FF2B5EF4-FFF2-40B4-BE49-F238E27FC236}">
                    <a16:creationId xmlns:a16="http://schemas.microsoft.com/office/drawing/2014/main" id="{37109948-870E-4EB5-A6E3-E1D13E9A6C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10" y="1104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44" name="Rectangle 314">
                <a:extLst>
                  <a:ext uri="{FF2B5EF4-FFF2-40B4-BE49-F238E27FC236}">
                    <a16:creationId xmlns:a16="http://schemas.microsoft.com/office/drawing/2014/main" id="{BCC661F3-D4A2-4A9D-AE85-41D925467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0" y="1104"/>
                <a:ext cx="15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w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45" name="Rectangle 315">
                <a:extLst>
                  <a:ext uri="{FF2B5EF4-FFF2-40B4-BE49-F238E27FC236}">
                    <a16:creationId xmlns:a16="http://schemas.microsoft.com/office/drawing/2014/main" id="{7AA1CA95-52FB-4E37-A158-5920071A4B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1" y="1104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46" name="Rectangle 316">
                <a:extLst>
                  <a:ext uri="{FF2B5EF4-FFF2-40B4-BE49-F238E27FC236}">
                    <a16:creationId xmlns:a16="http://schemas.microsoft.com/office/drawing/2014/main" id="{8A7CCD2B-0114-47AB-8B71-61F0461C2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42" y="1104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v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47" name="Rectangle 317">
                <a:extLst>
                  <a:ext uri="{FF2B5EF4-FFF2-40B4-BE49-F238E27FC236}">
                    <a16:creationId xmlns:a16="http://schemas.microsoft.com/office/drawing/2014/main" id="{48511D77-10AA-409C-93A1-4D0355099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05" y="1104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48" name="Rectangle 318">
                <a:extLst>
                  <a:ext uri="{FF2B5EF4-FFF2-40B4-BE49-F238E27FC236}">
                    <a16:creationId xmlns:a16="http://schemas.microsoft.com/office/drawing/2014/main" id="{776B89FE-6DC9-43C7-A414-DAF1A8ED94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75" y="1104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49" name="Rectangle 319">
                <a:extLst>
                  <a:ext uri="{FF2B5EF4-FFF2-40B4-BE49-F238E27FC236}">
                    <a16:creationId xmlns:a16="http://schemas.microsoft.com/office/drawing/2014/main" id="{AB118EF7-4731-48B0-9EA7-CECF01779E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17" y="1104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0" name="Rectangle 320">
                <a:extLst>
                  <a:ext uri="{FF2B5EF4-FFF2-40B4-BE49-F238E27FC236}">
                    <a16:creationId xmlns:a16="http://schemas.microsoft.com/office/drawing/2014/main" id="{0FCE2DC6-C3F2-452E-8D13-AA8D09AB7E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2" y="1104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d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1" name="Rectangle 321">
                <a:extLst>
                  <a:ext uri="{FF2B5EF4-FFF2-40B4-BE49-F238E27FC236}">
                    <a16:creationId xmlns:a16="http://schemas.microsoft.com/office/drawing/2014/main" id="{0F8EB787-7076-4AD5-AE5B-9C91A56F16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23" y="1104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2" name="Rectangle 322">
                <a:extLst>
                  <a:ext uri="{FF2B5EF4-FFF2-40B4-BE49-F238E27FC236}">
                    <a16:creationId xmlns:a16="http://schemas.microsoft.com/office/drawing/2014/main" id="{889FDA5F-1309-4746-BD0D-FC6756B687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93" y="1104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3" name="Rectangle 323">
                <a:extLst>
                  <a:ext uri="{FF2B5EF4-FFF2-40B4-BE49-F238E27FC236}">
                    <a16:creationId xmlns:a16="http://schemas.microsoft.com/office/drawing/2014/main" id="{DA123068-E6AB-407A-B521-E8ECB8E089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35" y="1104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4" name="Rectangle 324">
                <a:extLst>
                  <a:ext uri="{FF2B5EF4-FFF2-40B4-BE49-F238E27FC236}">
                    <a16:creationId xmlns:a16="http://schemas.microsoft.com/office/drawing/2014/main" id="{B4B9D3F0-CD9C-4430-AFAB-94AA8012D8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3" y="1104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v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5" name="Rectangle 325">
                <a:extLst>
                  <a:ext uri="{FF2B5EF4-FFF2-40B4-BE49-F238E27FC236}">
                    <a16:creationId xmlns:a16="http://schemas.microsoft.com/office/drawing/2014/main" id="{4A3F6D27-2B06-4406-ACF5-0AC0B5FFE5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26" y="1104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6" name="Rectangle 326">
                <a:extLst>
                  <a:ext uri="{FF2B5EF4-FFF2-40B4-BE49-F238E27FC236}">
                    <a16:creationId xmlns:a16="http://schemas.microsoft.com/office/drawing/2014/main" id="{F6E59859-F6D6-421B-8742-0AEFAE0CD1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97" y="1104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d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7" name="Rectangle 327">
                <a:extLst>
                  <a:ext uri="{FF2B5EF4-FFF2-40B4-BE49-F238E27FC236}">
                    <a16:creationId xmlns:a16="http://schemas.microsoft.com/office/drawing/2014/main" id="{9040036E-D8F0-4C3F-9105-2B33051DC2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7" y="1104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8" name="Rectangle 328">
                <a:extLst>
                  <a:ext uri="{FF2B5EF4-FFF2-40B4-BE49-F238E27FC236}">
                    <a16:creationId xmlns:a16="http://schemas.microsoft.com/office/drawing/2014/main" id="{9C4C0E9B-6BEC-4427-906D-B8A1A18E81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02" y="1104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59" name="Rectangle 329">
                <a:extLst>
                  <a:ext uri="{FF2B5EF4-FFF2-40B4-BE49-F238E27FC236}">
                    <a16:creationId xmlns:a16="http://schemas.microsoft.com/office/drawing/2014/main" id="{36A70964-3EA0-4401-B6D2-4BA03C2EA7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7" y="1104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y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0" name="Rectangle 330">
                <a:extLst>
                  <a:ext uri="{FF2B5EF4-FFF2-40B4-BE49-F238E27FC236}">
                    <a16:creationId xmlns:a16="http://schemas.microsoft.com/office/drawing/2014/main" id="{C5154D3F-3945-41B4-95EF-3C5BF324EC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1" y="1104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p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1" name="Rectangle 331">
                <a:extLst>
                  <a:ext uri="{FF2B5EF4-FFF2-40B4-BE49-F238E27FC236}">
                    <a16:creationId xmlns:a16="http://schemas.microsoft.com/office/drawing/2014/main" id="{681A442F-7BD6-4927-A092-7ACF8B83E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71" y="1104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2" name="Rectangle 332">
                <a:extLst>
                  <a:ext uri="{FF2B5EF4-FFF2-40B4-BE49-F238E27FC236}">
                    <a16:creationId xmlns:a16="http://schemas.microsoft.com/office/drawing/2014/main" id="{190C62B1-D760-4432-B7D9-DC0F50261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2" y="1104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3" name="Rectangle 333">
                <a:extLst>
                  <a:ext uri="{FF2B5EF4-FFF2-40B4-BE49-F238E27FC236}">
                    <a16:creationId xmlns:a16="http://schemas.microsoft.com/office/drawing/2014/main" id="{DE2DF747-D7B5-4B3D-A4F6-19D212335C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6" y="1104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4" name="Rectangle 334">
                <a:extLst>
                  <a:ext uri="{FF2B5EF4-FFF2-40B4-BE49-F238E27FC236}">
                    <a16:creationId xmlns:a16="http://schemas.microsoft.com/office/drawing/2014/main" id="{15D6B231-171B-4905-8880-09DF303BCA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1" y="1104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5" name="Rectangle 335">
                <a:extLst>
                  <a:ext uri="{FF2B5EF4-FFF2-40B4-BE49-F238E27FC236}">
                    <a16:creationId xmlns:a16="http://schemas.microsoft.com/office/drawing/2014/main" id="{36C917A3-10F5-4820-8F3E-72D4D37BF7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4" y="1104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6" name="Rectangle 336">
                <a:extLst>
                  <a:ext uri="{FF2B5EF4-FFF2-40B4-BE49-F238E27FC236}">
                    <a16:creationId xmlns:a16="http://schemas.microsoft.com/office/drawing/2014/main" id="{242A9796-38D4-4FB4-B1B4-834C0C476A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4" y="1104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7" name="Rectangle 337">
                <a:extLst>
                  <a:ext uri="{FF2B5EF4-FFF2-40B4-BE49-F238E27FC236}">
                    <a16:creationId xmlns:a16="http://schemas.microsoft.com/office/drawing/2014/main" id="{48C48D67-A141-4A18-997A-BB482D5B7E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5" y="1104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8" name="Rectangle 338">
                <a:extLst>
                  <a:ext uri="{FF2B5EF4-FFF2-40B4-BE49-F238E27FC236}">
                    <a16:creationId xmlns:a16="http://schemas.microsoft.com/office/drawing/2014/main" id="{54CE4329-6A29-40B8-9A8C-95D8B8972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0" y="1104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69" name="Rectangle 339">
                <a:extLst>
                  <a:ext uri="{FF2B5EF4-FFF2-40B4-BE49-F238E27FC236}">
                    <a16:creationId xmlns:a16="http://schemas.microsoft.com/office/drawing/2014/main" id="{73C1B2A0-7E28-49BC-B8D5-3B26863E8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43" y="1104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70" name="Rectangle 340">
                <a:extLst>
                  <a:ext uri="{FF2B5EF4-FFF2-40B4-BE49-F238E27FC236}">
                    <a16:creationId xmlns:a16="http://schemas.microsoft.com/office/drawing/2014/main" id="{9D7E4064-7B3D-4203-BA28-5DFE05757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14" y="1104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71" name="Rectangle 341">
                <a:extLst>
                  <a:ext uri="{FF2B5EF4-FFF2-40B4-BE49-F238E27FC236}">
                    <a16:creationId xmlns:a16="http://schemas.microsoft.com/office/drawing/2014/main" id="{FB9B954E-5358-42E7-8E85-431D84B82E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49" y="1104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72" name="Rectangle 342">
                <a:extLst>
                  <a:ext uri="{FF2B5EF4-FFF2-40B4-BE49-F238E27FC236}">
                    <a16:creationId xmlns:a16="http://schemas.microsoft.com/office/drawing/2014/main" id="{0AF45A51-F9BC-4CEB-A633-DE032B919E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85" y="1104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73" name="Rectangle 343">
                <a:extLst>
                  <a:ext uri="{FF2B5EF4-FFF2-40B4-BE49-F238E27FC236}">
                    <a16:creationId xmlns:a16="http://schemas.microsoft.com/office/drawing/2014/main" id="{AD6478A0-B400-47C2-9BAA-01783061A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20" y="1104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h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74" name="Rectangle 344">
                <a:extLst>
                  <a:ext uri="{FF2B5EF4-FFF2-40B4-BE49-F238E27FC236}">
                    <a16:creationId xmlns:a16="http://schemas.microsoft.com/office/drawing/2014/main" id="{052F1086-E33A-407A-9A74-C3BFB71A5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91" y="1104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75" name="Rectangle 345">
                <a:extLst>
                  <a:ext uri="{FF2B5EF4-FFF2-40B4-BE49-F238E27FC236}">
                    <a16:creationId xmlns:a16="http://schemas.microsoft.com/office/drawing/2014/main" id="{C7EA88B4-6AE2-44EF-9947-B264DC364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61" y="1104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76" name="Rectangle 346">
                <a:extLst>
                  <a:ext uri="{FF2B5EF4-FFF2-40B4-BE49-F238E27FC236}">
                    <a16:creationId xmlns:a16="http://schemas.microsoft.com/office/drawing/2014/main" id="{58B6AEA4-3EA1-4000-A5E2-9B601C4A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97" y="1104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v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77" name="Rectangle 347">
                <a:extLst>
                  <a:ext uri="{FF2B5EF4-FFF2-40B4-BE49-F238E27FC236}">
                    <a16:creationId xmlns:a16="http://schemas.microsoft.com/office/drawing/2014/main" id="{F382B409-02BD-4F91-9947-33577FD53E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60" y="1104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78" name="Rectangle 348">
                <a:extLst>
                  <a:ext uri="{FF2B5EF4-FFF2-40B4-BE49-F238E27FC236}">
                    <a16:creationId xmlns:a16="http://schemas.microsoft.com/office/drawing/2014/main" id="{BECCD898-7FA5-4B94-8E56-8FBF708E40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30" y="1104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79" name="Rectangle 349">
                <a:extLst>
                  <a:ext uri="{FF2B5EF4-FFF2-40B4-BE49-F238E27FC236}">
                    <a16:creationId xmlns:a16="http://schemas.microsoft.com/office/drawing/2014/main" id="{FE90CB93-8659-4202-AD30-F0B5CF9E43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58" y="1104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u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80" name="Rectangle 350">
                <a:extLst>
                  <a:ext uri="{FF2B5EF4-FFF2-40B4-BE49-F238E27FC236}">
                    <a16:creationId xmlns:a16="http://schemas.microsoft.com/office/drawing/2014/main" id="{0B266D96-50F5-4460-A199-5B3A1B3AB3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28" y="1104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81" name="Rectangle 351">
                <a:extLst>
                  <a:ext uri="{FF2B5EF4-FFF2-40B4-BE49-F238E27FC236}">
                    <a16:creationId xmlns:a16="http://schemas.microsoft.com/office/drawing/2014/main" id="{43BAF590-51C4-4F7F-BE52-88CA42863B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99" y="1104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.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82" name="Rectangle 352">
                <a:extLst>
                  <a:ext uri="{FF2B5EF4-FFF2-40B4-BE49-F238E27FC236}">
                    <a16:creationId xmlns:a16="http://schemas.microsoft.com/office/drawing/2014/main" id="{A73CEA82-891C-4312-9E3B-E228526DE2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34" y="1104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83" name="Rectangle 353">
                <a:extLst>
                  <a:ext uri="{FF2B5EF4-FFF2-40B4-BE49-F238E27FC236}">
                    <a16:creationId xmlns:a16="http://schemas.microsoft.com/office/drawing/2014/main" id="{21FAF044-9C25-4EF0-8290-B98C229385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69" y="1104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700015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84" name="Rectangle 354">
                <a:extLst>
                  <a:ext uri="{FF2B5EF4-FFF2-40B4-BE49-F238E27FC236}">
                    <a16:creationId xmlns:a16="http://schemas.microsoft.com/office/drawing/2014/main" id="{71EB8438-3CEE-4208-8F01-B190D03228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" y="1255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p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85" name="Rectangle 355">
                <a:extLst>
                  <a:ext uri="{FF2B5EF4-FFF2-40B4-BE49-F238E27FC236}">
                    <a16:creationId xmlns:a16="http://schemas.microsoft.com/office/drawing/2014/main" id="{63FA68EE-6959-4151-BD99-10DAFA0A43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04" y="1255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u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86" name="Rectangle 356">
                <a:extLst>
                  <a:ext uri="{FF2B5EF4-FFF2-40B4-BE49-F238E27FC236}">
                    <a16:creationId xmlns:a16="http://schemas.microsoft.com/office/drawing/2014/main" id="{77622195-F78A-4452-868F-48675C5E61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74" y="1255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b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87" name="Rectangle 357">
                <a:extLst>
                  <a:ext uri="{FF2B5EF4-FFF2-40B4-BE49-F238E27FC236}">
                    <a16:creationId xmlns:a16="http://schemas.microsoft.com/office/drawing/2014/main" id="{841BC837-C3CF-478B-85E9-444FB58520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44" y="1255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88" name="Rectangle 358">
                <a:extLst>
                  <a:ext uri="{FF2B5EF4-FFF2-40B4-BE49-F238E27FC236}">
                    <a16:creationId xmlns:a16="http://schemas.microsoft.com/office/drawing/2014/main" id="{D172873D-EE55-4D73-94B7-24D2CC17F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72" y="1255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89" name="Rectangle 359">
                <a:extLst>
                  <a:ext uri="{FF2B5EF4-FFF2-40B4-BE49-F238E27FC236}">
                    <a16:creationId xmlns:a16="http://schemas.microsoft.com/office/drawing/2014/main" id="{6EE23A21-F96B-4F13-8BAB-007FCC541E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00" y="1255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90" name="Rectangle 360">
                <a:extLst>
                  <a:ext uri="{FF2B5EF4-FFF2-40B4-BE49-F238E27FC236}">
                    <a16:creationId xmlns:a16="http://schemas.microsoft.com/office/drawing/2014/main" id="{7E5199D9-0C0E-4CC7-93C5-6BA37F4E79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63" y="1255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91" name="Rectangle 361">
                <a:extLst>
                  <a:ext uri="{FF2B5EF4-FFF2-40B4-BE49-F238E27FC236}">
                    <a16:creationId xmlns:a16="http://schemas.microsoft.com/office/drawing/2014/main" id="{917087CE-B2F0-4E0B-839C-FA6B3F02BE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98" y="1255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92" name="Rectangle 362">
                <a:extLst>
                  <a:ext uri="{FF2B5EF4-FFF2-40B4-BE49-F238E27FC236}">
                    <a16:creationId xmlns:a16="http://schemas.microsoft.com/office/drawing/2014/main" id="{38E2FA9A-1AD1-483A-A803-342237BB6D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1" y="1255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93" name="Rectangle 363">
                <a:extLst>
                  <a:ext uri="{FF2B5EF4-FFF2-40B4-BE49-F238E27FC236}">
                    <a16:creationId xmlns:a16="http://schemas.microsoft.com/office/drawing/2014/main" id="{D0683C65-3A09-427E-9D49-12961F462C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96" y="1255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94" name="Rectangle 364">
                <a:extLst>
                  <a:ext uri="{FF2B5EF4-FFF2-40B4-BE49-F238E27FC236}">
                    <a16:creationId xmlns:a16="http://schemas.microsoft.com/office/drawing/2014/main" id="{C6418163-FBC9-4D0C-90F5-E6DD1AA401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39" y="1255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95" name="Rectangle 365">
                <a:extLst>
                  <a:ext uri="{FF2B5EF4-FFF2-40B4-BE49-F238E27FC236}">
                    <a16:creationId xmlns:a16="http://schemas.microsoft.com/office/drawing/2014/main" id="{37225E64-D10C-4759-8D7F-FD0226EB5A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6" y="1255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96" name="Rectangle 366">
                <a:extLst>
                  <a:ext uri="{FF2B5EF4-FFF2-40B4-BE49-F238E27FC236}">
                    <a16:creationId xmlns:a16="http://schemas.microsoft.com/office/drawing/2014/main" id="{07D7B402-AC52-47DD-A256-9B9A57ED64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7" y="1255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g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97" name="Rectangle 367">
                <a:extLst>
                  <a:ext uri="{FF2B5EF4-FFF2-40B4-BE49-F238E27FC236}">
                    <a16:creationId xmlns:a16="http://schemas.microsoft.com/office/drawing/2014/main" id="{8C1AE461-924A-4746-9147-F2B0EB32A7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2" y="1255"/>
                <a:ext cx="146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98" name="Rectangle 368">
                <a:extLst>
                  <a:ext uri="{FF2B5EF4-FFF2-40B4-BE49-F238E27FC236}">
                    <a16:creationId xmlns:a16="http://schemas.microsoft.com/office/drawing/2014/main" id="{18AC4317-E450-406E-B61C-98E2949296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27" y="1255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o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299" name="Rectangle 369">
                <a:extLst>
                  <a:ext uri="{FF2B5EF4-FFF2-40B4-BE49-F238E27FC236}">
                    <a16:creationId xmlns:a16="http://schemas.microsoft.com/office/drawing/2014/main" id="{138D0E24-C122-4109-A617-5E6D9D51C3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97" y="1255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00" name="Rectangle 370">
                <a:extLst>
                  <a:ext uri="{FF2B5EF4-FFF2-40B4-BE49-F238E27FC236}">
                    <a16:creationId xmlns:a16="http://schemas.microsoft.com/office/drawing/2014/main" id="{7B4E7087-2471-4F79-8075-8C790C676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0" y="1255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01" name="Rectangle 371">
                <a:extLst>
                  <a:ext uri="{FF2B5EF4-FFF2-40B4-BE49-F238E27FC236}">
                    <a16:creationId xmlns:a16="http://schemas.microsoft.com/office/drawing/2014/main" id="{072798C2-5672-442E-A926-04FB8FD6D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87" y="1255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a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02" name="Rectangle 372">
                <a:extLst>
                  <a:ext uri="{FF2B5EF4-FFF2-40B4-BE49-F238E27FC236}">
                    <a16:creationId xmlns:a16="http://schemas.microsoft.com/office/drawing/2014/main" id="{FFE958F5-1D26-4940-8AC9-37BE066E62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57" y="1255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l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03" name="Rectangle 373">
                <a:extLst>
                  <a:ext uri="{FF2B5EF4-FFF2-40B4-BE49-F238E27FC236}">
                    <a16:creationId xmlns:a16="http://schemas.microsoft.com/office/drawing/2014/main" id="{EE534A7A-455F-4FE0-8012-8F3CD0FF8B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5" y="1255"/>
                <a:ext cx="146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04" name="Rectangle 374">
                <a:extLst>
                  <a:ext uri="{FF2B5EF4-FFF2-40B4-BE49-F238E27FC236}">
                    <a16:creationId xmlns:a16="http://schemas.microsoft.com/office/drawing/2014/main" id="{E7608DC9-67A8-402E-BE5A-A15D0D55CC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9" y="1255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05" name="Rectangle 375">
                <a:extLst>
                  <a:ext uri="{FF2B5EF4-FFF2-40B4-BE49-F238E27FC236}">
                    <a16:creationId xmlns:a16="http://schemas.microsoft.com/office/drawing/2014/main" id="{1FF19823-DE6C-429E-B993-7A836EB3C9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39" y="1255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c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06" name="Rectangle 376">
                <a:extLst>
                  <a:ext uri="{FF2B5EF4-FFF2-40B4-BE49-F238E27FC236}">
                    <a16:creationId xmlns:a16="http://schemas.microsoft.com/office/drawing/2014/main" id="{9A992249-2C81-4145-B66E-09CF5DDCD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01" y="1255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u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07" name="Rectangle 377">
                <a:extLst>
                  <a:ext uri="{FF2B5EF4-FFF2-40B4-BE49-F238E27FC236}">
                    <a16:creationId xmlns:a16="http://schemas.microsoft.com/office/drawing/2014/main" id="{A5A10787-E0C5-493E-AE62-A121B13DEE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1" y="1255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08" name="Rectangle 378">
                <a:extLst>
                  <a:ext uri="{FF2B5EF4-FFF2-40B4-BE49-F238E27FC236}">
                    <a16:creationId xmlns:a16="http://schemas.microsoft.com/office/drawing/2014/main" id="{1E346B67-8E1E-478C-A845-6CFC6C33CE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3" y="1255"/>
                <a:ext cx="87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i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09" name="Rectangle 379">
                <a:extLst>
                  <a:ext uri="{FF2B5EF4-FFF2-40B4-BE49-F238E27FC236}">
                    <a16:creationId xmlns:a16="http://schemas.microsoft.com/office/drawing/2014/main" id="{6AA17B66-02FF-4CBF-9289-5FF3798382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41" y="1255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0" name="Rectangle 380">
                <a:extLst>
                  <a:ext uri="{FF2B5EF4-FFF2-40B4-BE49-F238E27FC236}">
                    <a16:creationId xmlns:a16="http://schemas.microsoft.com/office/drawing/2014/main" id="{FEE7327C-9902-4297-8F07-90DD6E7BBF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75" y="1255"/>
                <a:ext cx="12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y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1" name="Rectangle 381">
                <a:extLst>
                  <a:ext uri="{FF2B5EF4-FFF2-40B4-BE49-F238E27FC236}">
                    <a16:creationId xmlns:a16="http://schemas.microsoft.com/office/drawing/2014/main" id="{BBE215C4-E1B3-4EE5-8794-1EF97516C7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38" y="1255"/>
                <a:ext cx="154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2" name="Rectangle 382">
                <a:extLst>
                  <a:ext uri="{FF2B5EF4-FFF2-40B4-BE49-F238E27FC236}">
                    <a16:creationId xmlns:a16="http://schemas.microsoft.com/office/drawing/2014/main" id="{020AF956-0691-4F1E-9FB2-0D4C24773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29" y="1255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u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3" name="Rectangle 383">
                <a:extLst>
                  <a:ext uri="{FF2B5EF4-FFF2-40B4-BE49-F238E27FC236}">
                    <a16:creationId xmlns:a16="http://schemas.microsoft.com/office/drawing/2014/main" id="{61AE61CF-A84A-4CB6-9244-3FBF133877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9" y="1255"/>
                <a:ext cx="169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m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4" name="Rectangle 384">
                <a:extLst>
                  <a:ext uri="{FF2B5EF4-FFF2-40B4-BE49-F238E27FC236}">
                    <a16:creationId xmlns:a16="http://schemas.microsoft.com/office/drawing/2014/main" id="{1DF6AEBF-0CD0-4B54-9BCB-17EEB90B8D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05" y="1255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b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5" name="Rectangle 385">
                <a:extLst>
                  <a:ext uri="{FF2B5EF4-FFF2-40B4-BE49-F238E27FC236}">
                    <a16:creationId xmlns:a16="http://schemas.microsoft.com/office/drawing/2014/main" id="{83B7A3FE-EFB5-4492-84B9-869FED8975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75" y="1255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6" name="Rectangle 386">
                <a:extLst>
                  <a:ext uri="{FF2B5EF4-FFF2-40B4-BE49-F238E27FC236}">
                    <a16:creationId xmlns:a16="http://schemas.microsoft.com/office/drawing/2014/main" id="{99C7804D-190F-4845-9403-0B10D308A0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45" y="1255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006400"/>
                    </a:solidFill>
                    <a:effectLst/>
                    <a:latin typeface="Arial" panose="020B0604020202020204" pitchFamily="34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7" name="Rectangle 387">
                <a:extLst>
                  <a:ext uri="{FF2B5EF4-FFF2-40B4-BE49-F238E27FC236}">
                    <a16:creationId xmlns:a16="http://schemas.microsoft.com/office/drawing/2014/main" id="{5B4B3B23-DF73-4AF2-AE30-E1308C462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33" y="1399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{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8" name="Rectangle 388">
                <a:extLst>
                  <a:ext uri="{FF2B5EF4-FFF2-40B4-BE49-F238E27FC236}">
                    <a16:creationId xmlns:a16="http://schemas.microsoft.com/office/drawing/2014/main" id="{3E060EB0-2053-4CF6-8ADD-F88ADF3FE9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16" y="1548"/>
                <a:ext cx="68" cy="14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lang="en-US" altLang="en-US" sz="1500" dirty="0">
                    <a:solidFill>
                      <a:srgbClr val="3535FF"/>
                    </a:solidFill>
                  </a:rPr>
                  <a:t>g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19" name="Rectangle 389">
                <a:extLst>
                  <a:ext uri="{FF2B5EF4-FFF2-40B4-BE49-F238E27FC236}">
                    <a16:creationId xmlns:a16="http://schemas.microsoft.com/office/drawing/2014/main" id="{0E64C6D0-01B3-4C4C-833C-F83FC25317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79" y="1548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 dirty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20" name="Rectangle 390">
                <a:extLst>
                  <a:ext uri="{FF2B5EF4-FFF2-40B4-BE49-F238E27FC236}">
                    <a16:creationId xmlns:a16="http://schemas.microsoft.com/office/drawing/2014/main" id="{5F7E1C33-3F8A-400B-BFEC-0F225C2A55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49" y="1548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21" name="Rectangle 391">
                <a:extLst>
                  <a:ext uri="{FF2B5EF4-FFF2-40B4-BE49-F238E27FC236}">
                    <a16:creationId xmlns:a16="http://schemas.microsoft.com/office/drawing/2014/main" id="{BACFE81E-D43D-4124-AC52-8CF778579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84" y="1548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22" name="Rectangle 392">
                <a:extLst>
                  <a:ext uri="{FF2B5EF4-FFF2-40B4-BE49-F238E27FC236}">
                    <a16:creationId xmlns:a16="http://schemas.microsoft.com/office/drawing/2014/main" id="{08CC4E45-69FD-43EA-A201-6C047A342C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19" y="1548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{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23" name="Rectangle 393">
                <a:extLst>
                  <a:ext uri="{FF2B5EF4-FFF2-40B4-BE49-F238E27FC236}">
                    <a16:creationId xmlns:a16="http://schemas.microsoft.com/office/drawing/2014/main" id="{730C777E-8D80-4C1F-875D-0DB74493E3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62" y="1548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24" name="Rectangle 394">
                <a:extLst>
                  <a:ext uri="{FF2B5EF4-FFF2-40B4-BE49-F238E27FC236}">
                    <a16:creationId xmlns:a16="http://schemas.microsoft.com/office/drawing/2014/main" id="{D9110C5B-4DFA-4CE4-87C1-F64C9780D2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97" y="1548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25" name="Rectangle 395">
                <a:extLst>
                  <a:ext uri="{FF2B5EF4-FFF2-40B4-BE49-F238E27FC236}">
                    <a16:creationId xmlns:a16="http://schemas.microsoft.com/office/drawing/2014/main" id="{A3430C39-D115-4AD1-861B-A99E31F7C1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39" y="1548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26" name="Rectangle 396">
                <a:extLst>
                  <a:ext uri="{FF2B5EF4-FFF2-40B4-BE49-F238E27FC236}">
                    <a16:creationId xmlns:a16="http://schemas.microsoft.com/office/drawing/2014/main" id="{4FE9489E-99F0-4A4E-9640-D148FB19B2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09" y="1548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t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27" name="Rectangle 397">
                <a:extLst>
                  <a:ext uri="{FF2B5EF4-FFF2-40B4-BE49-F238E27FC236}">
                    <a16:creationId xmlns:a16="http://schemas.microsoft.com/office/drawing/2014/main" id="{9BA939C8-471E-46E5-AE21-84AFDC1B7E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4" y="1548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u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28" name="Rectangle 398">
                <a:extLst>
                  <a:ext uri="{FF2B5EF4-FFF2-40B4-BE49-F238E27FC236}">
                    <a16:creationId xmlns:a16="http://schemas.microsoft.com/office/drawing/2014/main" id="{555D9FD6-2C97-4ECF-A791-6426EF1D1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14" y="1548"/>
                <a:ext cx="10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r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29" name="Rectangle 399">
                <a:extLst>
                  <a:ext uri="{FF2B5EF4-FFF2-40B4-BE49-F238E27FC236}">
                    <a16:creationId xmlns:a16="http://schemas.microsoft.com/office/drawing/2014/main" id="{487D9084-1E04-47BF-865C-CB1C54CB68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7" y="1548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n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30" name="Rectangle 400">
                <a:extLst>
                  <a:ext uri="{FF2B5EF4-FFF2-40B4-BE49-F238E27FC236}">
                    <a16:creationId xmlns:a16="http://schemas.microsoft.com/office/drawing/2014/main" id="{31D61751-5BCE-464A-A1B4-7D5E954D8A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27" y="1548"/>
                <a:ext cx="95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3339A"/>
                    </a:solidFill>
                    <a:effectLst/>
                    <a:latin typeface="Arial" panose="020B0604020202020204" pitchFamily="34" charset="0"/>
                  </a:rPr>
                  <a:t> 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31" name="Rectangle 401">
                <a:extLst>
                  <a:ext uri="{FF2B5EF4-FFF2-40B4-BE49-F238E27FC236}">
                    <a16:creationId xmlns:a16="http://schemas.microsoft.com/office/drawing/2014/main" id="{A67B7F8F-A982-4A71-B4FB-5D97D363FE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62" y="1548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e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32" name="Rectangle 402">
                <a:extLst>
                  <a:ext uri="{FF2B5EF4-FFF2-40B4-BE49-F238E27FC236}">
                    <a16:creationId xmlns:a16="http://schemas.microsoft.com/office/drawing/2014/main" id="{C0A14020-AD26-4773-ABE7-E04515D050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32" y="1548"/>
                <a:ext cx="169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m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33" name="Rectangle 403">
                <a:extLst>
                  <a:ext uri="{FF2B5EF4-FFF2-40B4-BE49-F238E27FC236}">
                    <a16:creationId xmlns:a16="http://schemas.microsoft.com/office/drawing/2014/main" id="{2965BB3B-32B8-4991-AEC2-B6D117FED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38" y="1548"/>
                <a:ext cx="132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p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34" name="Rectangle 404">
                <a:extLst>
                  <a:ext uri="{FF2B5EF4-FFF2-40B4-BE49-F238E27FC236}">
                    <a16:creationId xmlns:a16="http://schemas.microsoft.com/office/drawing/2014/main" id="{01E57549-E7EC-44F2-815E-BE87BB4EC1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08" y="1548"/>
                <a:ext cx="146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335" name="Rectangle 405">
                <a:extLst>
                  <a:ext uri="{FF2B5EF4-FFF2-40B4-BE49-F238E27FC236}">
                    <a16:creationId xmlns:a16="http://schemas.microsoft.com/office/drawing/2014/main" id="{5E74DBF6-A54E-4CF3-B26F-28B92B6C8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092" y="1548"/>
                <a:ext cx="146" cy="1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>
                <a:lvl1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1500" b="0" i="0" u="none" strike="noStrike" cap="none" normalizeH="0" baseline="0">
                    <a:ln>
                      <a:noFill/>
                    </a:ln>
                    <a:solidFill>
                      <a:srgbClr val="3535FF"/>
                    </a:solidFill>
                    <a:effectLst/>
                    <a:latin typeface="Arial" panose="020B0604020202020204" pitchFamily="34" charset="0"/>
                  </a:rPr>
                  <a:t>S</a:t>
                </a:r>
                <a:endParaRPr kumimoji="0" lang="en-US" altLang="en-US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14" name="Rectangle 407">
              <a:extLst>
                <a:ext uri="{FF2B5EF4-FFF2-40B4-BE49-F238E27FC236}">
                  <a16:creationId xmlns:a16="http://schemas.microsoft.com/office/drawing/2014/main" id="{8D2A52F5-6A04-4928-BCA4-D7D7B4E1E2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7" y="1548"/>
              <a:ext cx="15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5" name="Rectangle 408">
              <a:extLst>
                <a:ext uri="{FF2B5EF4-FFF2-40B4-BE49-F238E27FC236}">
                  <a16:creationId xmlns:a16="http://schemas.microsoft.com/office/drawing/2014/main" id="{2AB4C6E7-3824-4490-81B0-E1F1DAEE01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68" y="1548"/>
              <a:ext cx="9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;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6" name="Rectangle 409">
              <a:extLst>
                <a:ext uri="{FF2B5EF4-FFF2-40B4-BE49-F238E27FC236}">
                  <a16:creationId xmlns:a16="http://schemas.microsoft.com/office/drawing/2014/main" id="{C2FCDC2D-C21D-460F-857E-F9C1D215C4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7" y="1548"/>
              <a:ext cx="10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}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7" name="Rectangle 410">
              <a:extLst>
                <a:ext uri="{FF2B5EF4-FFF2-40B4-BE49-F238E27FC236}">
                  <a16:creationId xmlns:a16="http://schemas.microsoft.com/office/drawing/2014/main" id="{C21B3030-170C-4D6B-BDC7-C8F2DD5F7C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1" y="1699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3339A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8" name="Rectangle 411">
              <a:extLst>
                <a:ext uri="{FF2B5EF4-FFF2-40B4-BE49-F238E27FC236}">
                  <a16:creationId xmlns:a16="http://schemas.microsoft.com/office/drawing/2014/main" id="{68236DEB-14A2-48E2-B67E-96DE326EE4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1" y="1699"/>
              <a:ext cx="10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3339A"/>
                  </a:solidFill>
                  <a:effectLst/>
                  <a:latin typeface="Arial" panose="020B0604020202020204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9" name="Rectangle 412">
              <a:extLst>
                <a:ext uri="{FF2B5EF4-FFF2-40B4-BE49-F238E27FC236}">
                  <a16:creationId xmlns:a16="http://schemas.microsoft.com/office/drawing/2014/main" id="{29A4184A-05D2-4778-8430-8F4418A92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3" y="1699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3339A"/>
                  </a:solidFill>
                  <a:effectLst/>
                  <a:latin typeface="Arial" panose="020B0604020202020204" pitchFamily="34" charset="0"/>
                </a:rPr>
                <a:t>o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0" name="Rectangle 413">
              <a:extLst>
                <a:ext uri="{FF2B5EF4-FFF2-40B4-BE49-F238E27FC236}">
                  <a16:creationId xmlns:a16="http://schemas.microsoft.com/office/drawing/2014/main" id="{39D16B49-0246-41B2-96F0-2D8E17102A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4" y="1699"/>
              <a:ext cx="9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3339A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1" name="Rectangle 414">
              <a:extLst>
                <a:ext uri="{FF2B5EF4-FFF2-40B4-BE49-F238E27FC236}">
                  <a16:creationId xmlns:a16="http://schemas.microsoft.com/office/drawing/2014/main" id="{C2141438-AB30-4A1C-B232-300CE45F2B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9" y="1699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3339A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2" name="Rectangle 415">
              <a:extLst>
                <a:ext uri="{FF2B5EF4-FFF2-40B4-BE49-F238E27FC236}">
                  <a16:creationId xmlns:a16="http://schemas.microsoft.com/office/drawing/2014/main" id="{45E47BA0-5842-47B7-AF09-C419AF13D7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8" y="1699"/>
              <a:ext cx="12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3339A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3" name="Rectangle 416">
              <a:extLst>
                <a:ext uri="{FF2B5EF4-FFF2-40B4-BE49-F238E27FC236}">
                  <a16:creationId xmlns:a16="http://schemas.microsoft.com/office/drawing/2014/main" id="{B17C3A7F-B53E-4F85-B9AE-2626A4B9A7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02" y="1699"/>
              <a:ext cx="9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3339A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4" name="Rectangle 417">
              <a:extLst>
                <a:ext uri="{FF2B5EF4-FFF2-40B4-BE49-F238E27FC236}">
                  <a16:creationId xmlns:a16="http://schemas.microsoft.com/office/drawing/2014/main" id="{5BBB7F4A-70E5-4174-9AC3-5955D2011B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7" y="1699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3339A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Rectangle 418">
              <a:extLst>
                <a:ext uri="{FF2B5EF4-FFF2-40B4-BE49-F238E27FC236}">
                  <a16:creationId xmlns:a16="http://schemas.microsoft.com/office/drawing/2014/main" id="{DEC9DF37-34B0-497A-B58C-E2229F6017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7" y="1699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3339A"/>
                  </a:solidFill>
                  <a:effectLst/>
                  <a:latin typeface="Arial" panose="020B0604020202020204" pitchFamily="34" charset="0"/>
                </a:rPr>
                <a:t>d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6" name="Rectangle 419">
              <a:extLst>
                <a:ext uri="{FF2B5EF4-FFF2-40B4-BE49-F238E27FC236}">
                  <a16:creationId xmlns:a16="http://schemas.microsoft.com/office/drawing/2014/main" id="{6F68C577-35DB-4265-8930-791DFD8774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7" y="1699"/>
              <a:ext cx="9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3339A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7" name="Rectangle 420">
              <a:extLst>
                <a:ext uri="{FF2B5EF4-FFF2-40B4-BE49-F238E27FC236}">
                  <a16:creationId xmlns:a16="http://schemas.microsoft.com/office/drawing/2014/main" id="{9FC53C65-0400-43B6-BDB6-2915E05616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2" y="1699"/>
              <a:ext cx="61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500" dirty="0">
                  <a:solidFill>
                    <a:srgbClr val="3535FF"/>
                  </a:solidFill>
                </a:rPr>
                <a:t>s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Rectangle 421">
              <a:extLst>
                <a:ext uri="{FF2B5EF4-FFF2-40B4-BE49-F238E27FC236}">
                  <a16:creationId xmlns:a16="http://schemas.microsoft.com/office/drawing/2014/main" id="{67C7C671-C598-4CB1-AB52-A9638BC7AF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3" y="1699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9" name="Rectangle 422">
              <a:extLst>
                <a:ext uri="{FF2B5EF4-FFF2-40B4-BE49-F238E27FC236}">
                  <a16:creationId xmlns:a16="http://schemas.microsoft.com/office/drawing/2014/main" id="{FE5EBA1A-8204-40FD-B92D-6F1197C9D1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3" y="1699"/>
              <a:ext cx="9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0" name="Rectangle 423">
              <a:extLst>
                <a:ext uri="{FF2B5EF4-FFF2-40B4-BE49-F238E27FC236}">
                  <a16:creationId xmlns:a16="http://schemas.microsoft.com/office/drawing/2014/main" id="{23949C9C-F21C-4866-91E4-F263520826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1699"/>
              <a:ext cx="9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Rectangle 424">
              <a:extLst>
                <a:ext uri="{FF2B5EF4-FFF2-40B4-BE49-F238E27FC236}">
                  <a16:creationId xmlns:a16="http://schemas.microsoft.com/office/drawing/2014/main" id="{8287D3DE-1FFE-403C-A131-1B22271B61D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3" y="1699"/>
              <a:ext cx="10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{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2" name="Rectangle 425">
              <a:extLst>
                <a:ext uri="{FF2B5EF4-FFF2-40B4-BE49-F238E27FC236}">
                  <a16:creationId xmlns:a16="http://schemas.microsoft.com/office/drawing/2014/main" id="{BC262303-6955-4516-BF91-81EC9375F3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5" y="1699"/>
              <a:ext cx="9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3" name="Rectangle 426">
              <a:extLst>
                <a:ext uri="{FF2B5EF4-FFF2-40B4-BE49-F238E27FC236}">
                  <a16:creationId xmlns:a16="http://schemas.microsoft.com/office/drawing/2014/main" id="{BE187079-13FD-4434-93C3-BFC003709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1" y="1699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4" name="Rectangle 427">
              <a:extLst>
                <a:ext uri="{FF2B5EF4-FFF2-40B4-BE49-F238E27FC236}">
                  <a16:creationId xmlns:a16="http://schemas.microsoft.com/office/drawing/2014/main" id="{8A9775A2-9E81-4137-8801-556153CBB7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1" y="1699"/>
              <a:ext cx="169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m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5" name="Rectangle 428">
              <a:extLst>
                <a:ext uri="{FF2B5EF4-FFF2-40B4-BE49-F238E27FC236}">
                  <a16:creationId xmlns:a16="http://schemas.microsoft.com/office/drawing/2014/main" id="{51A6411F-C4BC-4F77-81FC-C1A4FC2B21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7" y="1699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6" name="Rectangle 429">
              <a:extLst>
                <a:ext uri="{FF2B5EF4-FFF2-40B4-BE49-F238E27FC236}">
                  <a16:creationId xmlns:a16="http://schemas.microsoft.com/office/drawing/2014/main" id="{26BAE561-E78B-43BE-BCEE-08CA42D3CB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7" y="1699"/>
              <a:ext cx="146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7" name="Rectangle 430">
              <a:extLst>
                <a:ext uri="{FF2B5EF4-FFF2-40B4-BE49-F238E27FC236}">
                  <a16:creationId xmlns:a16="http://schemas.microsoft.com/office/drawing/2014/main" id="{FF1BD63E-3AD1-460F-8A87-0237E367BD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1" y="1699"/>
              <a:ext cx="146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8" name="Rectangle 431">
              <a:extLst>
                <a:ext uri="{FF2B5EF4-FFF2-40B4-BE49-F238E27FC236}">
                  <a16:creationId xmlns:a16="http://schemas.microsoft.com/office/drawing/2014/main" id="{1BDBC650-4AE6-456F-9CA8-D3AC039182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6" y="1699"/>
              <a:ext cx="15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9" name="Rectangle 432">
              <a:extLst>
                <a:ext uri="{FF2B5EF4-FFF2-40B4-BE49-F238E27FC236}">
                  <a16:creationId xmlns:a16="http://schemas.microsoft.com/office/drawing/2014/main" id="{92EAE5DA-EE95-4D0A-B8AA-D6E520F570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07" y="1699"/>
              <a:ext cx="9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0" name="Rectangle 433">
              <a:extLst>
                <a:ext uri="{FF2B5EF4-FFF2-40B4-BE49-F238E27FC236}">
                  <a16:creationId xmlns:a16="http://schemas.microsoft.com/office/drawing/2014/main" id="{879A44A0-90E9-4805-B653-437167DBDB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2" y="1699"/>
              <a:ext cx="13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=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1" name="Rectangle 434">
              <a:extLst>
                <a:ext uri="{FF2B5EF4-FFF2-40B4-BE49-F238E27FC236}">
                  <a16:creationId xmlns:a16="http://schemas.microsoft.com/office/drawing/2014/main" id="{AC042001-555F-4F14-87A8-0A687D17B5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7" y="1699"/>
              <a:ext cx="9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2" name="Rectangle 435">
              <a:extLst>
                <a:ext uri="{FF2B5EF4-FFF2-40B4-BE49-F238E27FC236}">
                  <a16:creationId xmlns:a16="http://schemas.microsoft.com/office/drawing/2014/main" id="{1AD2C09C-6658-4B01-932D-B608C8A09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" y="1699"/>
              <a:ext cx="12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3339A"/>
                  </a:solidFill>
                  <a:effectLst/>
                  <a:latin typeface="Arial" panose="020B0604020202020204" pitchFamily="34" charset="0"/>
                </a:rPr>
                <a:t>v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3" name="Rectangle 436">
              <a:extLst>
                <a:ext uri="{FF2B5EF4-FFF2-40B4-BE49-F238E27FC236}">
                  <a16:creationId xmlns:a16="http://schemas.microsoft.com/office/drawing/2014/main" id="{AAADBC5C-A86F-442B-9C3F-D3362E27F5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5" y="1699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3339A"/>
                  </a:solidFill>
                  <a:effectLst/>
                  <a:latin typeface="Arial" panose="020B060402020202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4" name="Rectangle 437">
              <a:extLst>
                <a:ext uri="{FF2B5EF4-FFF2-40B4-BE49-F238E27FC236}">
                  <a16:creationId xmlns:a16="http://schemas.microsoft.com/office/drawing/2014/main" id="{256B491E-9857-423C-8594-E37F9F56D5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6" y="1699"/>
              <a:ext cx="87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3339A"/>
                  </a:solidFill>
                  <a:effectLst/>
                  <a:latin typeface="Arial" panose="020B0604020202020204" pitchFamily="34" charset="0"/>
                </a:rPr>
                <a:t>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5" name="Rectangle 438">
              <a:extLst>
                <a:ext uri="{FF2B5EF4-FFF2-40B4-BE49-F238E27FC236}">
                  <a16:creationId xmlns:a16="http://schemas.microsoft.com/office/drawing/2014/main" id="{7C107EC1-30CF-4685-8E09-822342958F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13" y="1699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3339A"/>
                  </a:solidFill>
                  <a:effectLst/>
                  <a:latin typeface="Arial" panose="020B0604020202020204" pitchFamily="34" charset="0"/>
                </a:rPr>
                <a:t>u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6" name="Rectangle 439">
              <a:extLst>
                <a:ext uri="{FF2B5EF4-FFF2-40B4-BE49-F238E27FC236}">
                  <a16:creationId xmlns:a16="http://schemas.microsoft.com/office/drawing/2014/main" id="{C0DE6232-DE20-4B61-8547-90E80AE657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84" y="1699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3339A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7" name="Rectangle 440">
              <a:extLst>
                <a:ext uri="{FF2B5EF4-FFF2-40B4-BE49-F238E27FC236}">
                  <a16:creationId xmlns:a16="http://schemas.microsoft.com/office/drawing/2014/main" id="{2A0F4C6A-22C3-4FB8-B7B4-34A728147C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54" y="1699"/>
              <a:ext cx="9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0000"/>
                  </a:solidFill>
                  <a:effectLst/>
                  <a:latin typeface="Arial" panose="020B0604020202020204" pitchFamily="34" charset="0"/>
                </a:rPr>
                <a:t>;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8" name="Rectangle 441">
              <a:extLst>
                <a:ext uri="{FF2B5EF4-FFF2-40B4-BE49-F238E27FC236}">
                  <a16:creationId xmlns:a16="http://schemas.microsoft.com/office/drawing/2014/main" id="{7CE611FF-2E3B-4EC6-B47F-41196F79B2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2" y="1699"/>
              <a:ext cx="10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}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49" name="Rectangle 442">
              <a:extLst>
                <a:ext uri="{FF2B5EF4-FFF2-40B4-BE49-F238E27FC236}">
                  <a16:creationId xmlns:a16="http://schemas.microsoft.com/office/drawing/2014/main" id="{AC9EA9B1-81BF-42DA-9DA6-1765D3D1E7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33" y="1841"/>
              <a:ext cx="10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3339A"/>
                  </a:solidFill>
                  <a:effectLst/>
                  <a:latin typeface="Arial" panose="020B0604020202020204" pitchFamily="34" charset="0"/>
                </a:rPr>
                <a:t>}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0" name="Rectangle 443">
              <a:extLst>
                <a:ext uri="{FF2B5EF4-FFF2-40B4-BE49-F238E27FC236}">
                  <a16:creationId xmlns:a16="http://schemas.microsoft.com/office/drawing/2014/main" id="{2311670A-35B9-401A-9186-21E7912001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2" y="2466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3339A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1" name="Rectangle 444">
              <a:extLst>
                <a:ext uri="{FF2B5EF4-FFF2-40B4-BE49-F238E27FC236}">
                  <a16:creationId xmlns:a16="http://schemas.microsoft.com/office/drawing/2014/main" id="{5A627ACE-9C67-45A9-8061-E648FA5C93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3" y="2466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3339A"/>
                  </a:solidFill>
                  <a:effectLst/>
                  <a:latin typeface="Arial" panose="020B0604020202020204" pitchFamily="34" charset="0"/>
                </a:rPr>
                <a:t>u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2" name="Rectangle 445">
              <a:extLst>
                <a:ext uri="{FF2B5EF4-FFF2-40B4-BE49-F238E27FC236}">
                  <a16:creationId xmlns:a16="http://schemas.microsoft.com/office/drawing/2014/main" id="{627DAFB2-CB88-43CD-986D-0212EB28221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3" y="2466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3339A"/>
                  </a:solidFill>
                  <a:effectLst/>
                  <a:latin typeface="Arial" panose="020B060402020202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3" name="Rectangle 446">
              <a:extLst>
                <a:ext uri="{FF2B5EF4-FFF2-40B4-BE49-F238E27FC236}">
                  <a16:creationId xmlns:a16="http://schemas.microsoft.com/office/drawing/2014/main" id="{9F51595A-A43B-45B7-B6F5-04770897F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3" y="2466"/>
              <a:ext cx="87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3339A"/>
                  </a:solidFill>
                  <a:effectLst/>
                  <a:latin typeface="Arial" panose="020B0604020202020204" pitchFamily="34" charset="0"/>
                </a:rPr>
                <a:t>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4" name="Rectangle 447">
              <a:extLst>
                <a:ext uri="{FF2B5EF4-FFF2-40B4-BE49-F238E27FC236}">
                  <a16:creationId xmlns:a16="http://schemas.microsoft.com/office/drawing/2014/main" id="{130DC18F-791D-4E61-B98A-85D575E37D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51" y="2466"/>
              <a:ext cx="87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3339A"/>
                  </a:solidFill>
                  <a:effectLst/>
                  <a:latin typeface="Arial" panose="020B0604020202020204" pitchFamily="34" charset="0"/>
                </a:rPr>
                <a:t>i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5" name="Rectangle 448">
              <a:extLst>
                <a:ext uri="{FF2B5EF4-FFF2-40B4-BE49-F238E27FC236}">
                  <a16:creationId xmlns:a16="http://schemas.microsoft.com/office/drawing/2014/main" id="{2416527C-E8A4-4DF2-A00E-FF8E3B7715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79" y="2466"/>
              <a:ext cx="12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3339A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6" name="Rectangle 449">
              <a:extLst>
                <a:ext uri="{FF2B5EF4-FFF2-40B4-BE49-F238E27FC236}">
                  <a16:creationId xmlns:a16="http://schemas.microsoft.com/office/drawing/2014/main" id="{0C03C643-2A8B-49A8-AE61-A11630509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42" y="2466"/>
              <a:ext cx="9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3339A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7" name="Rectangle 450">
              <a:extLst>
                <a:ext uri="{FF2B5EF4-FFF2-40B4-BE49-F238E27FC236}">
                  <a16:creationId xmlns:a16="http://schemas.microsoft.com/office/drawing/2014/main" id="{055B58A2-F9FE-49BE-9FA2-D66007C3CE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77" y="2466"/>
              <a:ext cx="12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8" name="Rectangle 451">
              <a:extLst>
                <a:ext uri="{FF2B5EF4-FFF2-40B4-BE49-F238E27FC236}">
                  <a16:creationId xmlns:a16="http://schemas.microsoft.com/office/drawing/2014/main" id="{629D8D09-3748-4F61-953A-8915105E24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0" y="2466"/>
              <a:ext cx="9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59" name="Rectangle 452">
              <a:extLst>
                <a:ext uri="{FF2B5EF4-FFF2-40B4-BE49-F238E27FC236}">
                  <a16:creationId xmlns:a16="http://schemas.microsoft.com/office/drawing/2014/main" id="{BA15C244-B171-404C-B103-2394A358DC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5" y="2466"/>
              <a:ext cx="10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0" name="Rectangle 453">
              <a:extLst>
                <a:ext uri="{FF2B5EF4-FFF2-40B4-BE49-F238E27FC236}">
                  <a16:creationId xmlns:a16="http://schemas.microsoft.com/office/drawing/2014/main" id="{7AA62FEC-33B1-4964-B582-6BAB35F1DC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8" y="2466"/>
              <a:ext cx="87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i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1" name="Rectangle 454">
              <a:extLst>
                <a:ext uri="{FF2B5EF4-FFF2-40B4-BE49-F238E27FC236}">
                  <a16:creationId xmlns:a16="http://schemas.microsoft.com/office/drawing/2014/main" id="{93966F3A-95AA-4A3E-9F52-6CC5E7C1D7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5" y="2466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2" name="Rectangle 455">
              <a:extLst>
                <a:ext uri="{FF2B5EF4-FFF2-40B4-BE49-F238E27FC236}">
                  <a16:creationId xmlns:a16="http://schemas.microsoft.com/office/drawing/2014/main" id="{22380088-5501-4ED2-B886-FA5744B118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6" y="2466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g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3" name="Rectangle 456">
              <a:extLst>
                <a:ext uri="{FF2B5EF4-FFF2-40B4-BE49-F238E27FC236}">
                  <a16:creationId xmlns:a16="http://schemas.microsoft.com/office/drawing/2014/main" id="{AB357E2A-6F16-45BC-B815-B2D7F56772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3" y="2466"/>
              <a:ext cx="146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6400"/>
                  </a:solidFill>
                  <a:effectLst/>
                  <a:latin typeface="Arial" panose="020B0604020202020204" pitchFamily="34" charset="0"/>
                </a:rPr>
                <a:t>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4" name="Rectangle 457">
              <a:extLst>
                <a:ext uri="{FF2B5EF4-FFF2-40B4-BE49-F238E27FC236}">
                  <a16:creationId xmlns:a16="http://schemas.microsoft.com/office/drawing/2014/main" id="{4F96C56D-51CC-45E3-8588-7AE0CCA182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07" y="2466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6400"/>
                  </a:solidFill>
                  <a:effectLst/>
                  <a:latin typeface="Arial" panose="020B0604020202020204" pitchFamily="34" charset="0"/>
                </a:rPr>
                <a:t>o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5" name="Rectangle 458">
              <a:extLst>
                <a:ext uri="{FF2B5EF4-FFF2-40B4-BE49-F238E27FC236}">
                  <a16:creationId xmlns:a16="http://schemas.microsoft.com/office/drawing/2014/main" id="{44568983-0494-4CC3-96D8-1F9BC13779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77" y="2466"/>
              <a:ext cx="12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6400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6" name="Rectangle 459">
              <a:extLst>
                <a:ext uri="{FF2B5EF4-FFF2-40B4-BE49-F238E27FC236}">
                  <a16:creationId xmlns:a16="http://schemas.microsoft.com/office/drawing/2014/main" id="{8649DAE6-C980-4D5E-BF27-84121A3908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0" y="2466"/>
              <a:ext cx="87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6400"/>
                  </a:solidFill>
                  <a:effectLst/>
                  <a:latin typeface="Arial" panose="020B0604020202020204" pitchFamily="34" charset="0"/>
                </a:rPr>
                <a:t>i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7" name="Rectangle 460">
              <a:extLst>
                <a:ext uri="{FF2B5EF4-FFF2-40B4-BE49-F238E27FC236}">
                  <a16:creationId xmlns:a16="http://schemas.microsoft.com/office/drawing/2014/main" id="{5F902316-CB76-43B6-9423-AF0E4FCE62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8" y="2466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6400"/>
                  </a:solidFill>
                  <a:effectLst/>
                  <a:latin typeface="Arial" panose="020B060402020202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8" name="Rectangle 461">
              <a:extLst>
                <a:ext uri="{FF2B5EF4-FFF2-40B4-BE49-F238E27FC236}">
                  <a16:creationId xmlns:a16="http://schemas.microsoft.com/office/drawing/2014/main" id="{B498142A-79EC-4631-993A-BFF14EB3BF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8" y="2466"/>
              <a:ext cx="87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6400"/>
                  </a:solidFill>
                  <a:effectLst/>
                  <a:latin typeface="Arial" panose="020B0604020202020204" pitchFamily="34" charset="0"/>
                </a:rPr>
                <a:t>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69" name="Rectangle 462">
              <a:extLst>
                <a:ext uri="{FF2B5EF4-FFF2-40B4-BE49-F238E27FC236}">
                  <a16:creationId xmlns:a16="http://schemas.microsoft.com/office/drawing/2014/main" id="{678C1ED3-9990-4123-930F-891F558337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65" y="2466"/>
              <a:ext cx="146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6400"/>
                  </a:solidFill>
                  <a:effectLst/>
                  <a:latin typeface="Arial" panose="020B0604020202020204" pitchFamily="34" charset="0"/>
                </a:rPr>
                <a:t>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0" name="Rectangle 463">
              <a:extLst>
                <a:ext uri="{FF2B5EF4-FFF2-40B4-BE49-F238E27FC236}">
                  <a16:creationId xmlns:a16="http://schemas.microsoft.com/office/drawing/2014/main" id="{756C7008-EEE6-4A5C-8E73-FD020BEF46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49" y="2466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6400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1" name="Rectangle 464">
              <a:extLst>
                <a:ext uri="{FF2B5EF4-FFF2-40B4-BE49-F238E27FC236}">
                  <a16:creationId xmlns:a16="http://schemas.microsoft.com/office/drawing/2014/main" id="{E32716B1-1938-449E-BA67-074C46F32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9" y="2466"/>
              <a:ext cx="12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6400"/>
                  </a:solidFill>
                  <a:effectLst/>
                  <a:latin typeface="Arial" panose="020B0604020202020204" pitchFamily="34" charset="0"/>
                </a:rPr>
                <a:t>c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2" name="Rectangle 465">
              <a:extLst>
                <a:ext uri="{FF2B5EF4-FFF2-40B4-BE49-F238E27FC236}">
                  <a16:creationId xmlns:a16="http://schemas.microsoft.com/office/drawing/2014/main" id="{0E374C34-D11B-401E-94B0-BCD9A6A43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2" y="2466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6400"/>
                  </a:solidFill>
                  <a:effectLst/>
                  <a:latin typeface="Arial" panose="020B0604020202020204" pitchFamily="34" charset="0"/>
                </a:rPr>
                <a:t>u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3" name="Rectangle 466">
              <a:extLst>
                <a:ext uri="{FF2B5EF4-FFF2-40B4-BE49-F238E27FC236}">
                  <a16:creationId xmlns:a16="http://schemas.microsoft.com/office/drawing/2014/main" id="{B589A151-CC07-4D69-A052-0D1144A0C2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2" y="2466"/>
              <a:ext cx="10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6400"/>
                  </a:solidFill>
                  <a:effectLst/>
                  <a:latin typeface="Arial" panose="020B0604020202020204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4" name="Rectangle 467">
              <a:extLst>
                <a:ext uri="{FF2B5EF4-FFF2-40B4-BE49-F238E27FC236}">
                  <a16:creationId xmlns:a16="http://schemas.microsoft.com/office/drawing/2014/main" id="{61FED783-5CB4-4B8D-867B-E9F0AE6A8B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4" y="2466"/>
              <a:ext cx="87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6400"/>
                  </a:solidFill>
                  <a:effectLst/>
                  <a:latin typeface="Arial" panose="020B0604020202020204" pitchFamily="34" charset="0"/>
                </a:rPr>
                <a:t>i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5" name="Rectangle 468">
              <a:extLst>
                <a:ext uri="{FF2B5EF4-FFF2-40B4-BE49-F238E27FC236}">
                  <a16:creationId xmlns:a16="http://schemas.microsoft.com/office/drawing/2014/main" id="{2FFAD9A9-FDDC-49EA-B66A-44179544E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2466"/>
              <a:ext cx="9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6400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6" name="Rectangle 469">
              <a:extLst>
                <a:ext uri="{FF2B5EF4-FFF2-40B4-BE49-F238E27FC236}">
                  <a16:creationId xmlns:a16="http://schemas.microsoft.com/office/drawing/2014/main" id="{3ED843CE-F36F-430F-BB6E-2871C472C4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56" y="2466"/>
              <a:ext cx="12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6400"/>
                  </a:solidFill>
                  <a:effectLst/>
                  <a:latin typeface="Arial" panose="020B0604020202020204" pitchFamily="34" charset="0"/>
                </a:rPr>
                <a:t>y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7" name="Rectangle 470">
              <a:extLst>
                <a:ext uri="{FF2B5EF4-FFF2-40B4-BE49-F238E27FC236}">
                  <a16:creationId xmlns:a16="http://schemas.microsoft.com/office/drawing/2014/main" id="{E9E0346D-B0C2-40F2-90EF-6693A70084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9" y="2466"/>
              <a:ext cx="15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6400"/>
                  </a:solidFill>
                  <a:effectLst/>
                  <a:latin typeface="Arial" panose="020B0604020202020204" pitchFamily="34" charset="0"/>
                </a:rPr>
                <a:t>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8" name="Rectangle 471">
              <a:extLst>
                <a:ext uri="{FF2B5EF4-FFF2-40B4-BE49-F238E27FC236}">
                  <a16:creationId xmlns:a16="http://schemas.microsoft.com/office/drawing/2014/main" id="{74D208D7-A8D5-4EC3-BAE0-B797B8075C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0" y="2466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6400"/>
                  </a:solidFill>
                  <a:effectLst/>
                  <a:latin typeface="Arial" panose="020B0604020202020204" pitchFamily="34" charset="0"/>
                </a:rPr>
                <a:t>u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79" name="Rectangle 472">
              <a:extLst>
                <a:ext uri="{FF2B5EF4-FFF2-40B4-BE49-F238E27FC236}">
                  <a16:creationId xmlns:a16="http://schemas.microsoft.com/office/drawing/2014/main" id="{8431DBA7-6B5D-4CF3-8814-1C2AADD63E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0" y="2466"/>
              <a:ext cx="169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6400"/>
                  </a:solidFill>
                  <a:effectLst/>
                  <a:latin typeface="Arial" panose="020B0604020202020204" pitchFamily="34" charset="0"/>
                </a:rPr>
                <a:t>m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0" name="Rectangle 473">
              <a:extLst>
                <a:ext uri="{FF2B5EF4-FFF2-40B4-BE49-F238E27FC236}">
                  <a16:creationId xmlns:a16="http://schemas.microsoft.com/office/drawing/2014/main" id="{A18F32C0-7663-4DA2-84ED-C818CECD88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85" y="2466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6400"/>
                  </a:solidFill>
                  <a:effectLst/>
                  <a:latin typeface="Arial" panose="020B0604020202020204" pitchFamily="34" charset="0"/>
                </a:rPr>
                <a:t>b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1" name="Rectangle 474">
              <a:extLst>
                <a:ext uri="{FF2B5EF4-FFF2-40B4-BE49-F238E27FC236}">
                  <a16:creationId xmlns:a16="http://schemas.microsoft.com/office/drawing/2014/main" id="{F12B1D3E-9186-4ABF-AB74-ABDD1D1F14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5" y="2466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6400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2" name="Rectangle 475">
              <a:extLst>
                <a:ext uri="{FF2B5EF4-FFF2-40B4-BE49-F238E27FC236}">
                  <a16:creationId xmlns:a16="http://schemas.microsoft.com/office/drawing/2014/main" id="{9C50F80F-AFFE-4949-B897-9D01E8610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25" y="2466"/>
              <a:ext cx="10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006400"/>
                  </a:solidFill>
                  <a:effectLst/>
                  <a:latin typeface="Arial" panose="020B0604020202020204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3" name="Rectangle 476">
              <a:extLst>
                <a:ext uri="{FF2B5EF4-FFF2-40B4-BE49-F238E27FC236}">
                  <a16:creationId xmlns:a16="http://schemas.microsoft.com/office/drawing/2014/main" id="{95EB69AD-A290-4D1A-9AE4-1D3D6DB986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2" y="2609"/>
              <a:ext cx="10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3339A"/>
                  </a:solidFill>
                  <a:effectLst/>
                  <a:latin typeface="Arial" panose="020B0604020202020204" pitchFamily="34" charset="0"/>
                </a:rPr>
                <a:t>{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4" name="Rectangle 477">
              <a:extLst>
                <a:ext uri="{FF2B5EF4-FFF2-40B4-BE49-F238E27FC236}">
                  <a16:creationId xmlns:a16="http://schemas.microsoft.com/office/drawing/2014/main" id="{05AA2809-7973-42DA-8288-4CCCE753E2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5" y="2759"/>
              <a:ext cx="9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700015"/>
                  </a:solidFill>
                  <a:effectLst/>
                  <a:latin typeface="Arial" panose="020B0604020202020204" pitchFamily="34" charset="0"/>
                </a:rPr>
                <a:t>/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5" name="Rectangle 478">
              <a:extLst>
                <a:ext uri="{FF2B5EF4-FFF2-40B4-BE49-F238E27FC236}">
                  <a16:creationId xmlns:a16="http://schemas.microsoft.com/office/drawing/2014/main" id="{BB5D392E-994F-4BD3-9705-3780BF3173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0" y="2759"/>
              <a:ext cx="9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700015"/>
                  </a:solidFill>
                  <a:effectLst/>
                  <a:latin typeface="Arial" panose="020B0604020202020204" pitchFamily="34" charset="0"/>
                </a:rPr>
                <a:t>/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6" name="Rectangle 479">
              <a:extLst>
                <a:ext uri="{FF2B5EF4-FFF2-40B4-BE49-F238E27FC236}">
                  <a16:creationId xmlns:a16="http://schemas.microsoft.com/office/drawing/2014/main" id="{A4F461E0-2F25-44C3-847F-092E67E106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5" y="2759"/>
              <a:ext cx="9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700015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7" name="Rectangle 480">
              <a:extLst>
                <a:ext uri="{FF2B5EF4-FFF2-40B4-BE49-F238E27FC236}">
                  <a16:creationId xmlns:a16="http://schemas.microsoft.com/office/drawing/2014/main" id="{D0B71E16-3BC4-4635-B681-30F8282E29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01" y="2759"/>
              <a:ext cx="15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700015"/>
                  </a:solidFill>
                  <a:effectLst/>
                  <a:latin typeface="Arial" panose="020B0604020202020204" pitchFamily="34" charset="0"/>
                </a:rPr>
                <a:t>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8" name="Rectangle 481">
              <a:extLst>
                <a:ext uri="{FF2B5EF4-FFF2-40B4-BE49-F238E27FC236}">
                  <a16:creationId xmlns:a16="http://schemas.microsoft.com/office/drawing/2014/main" id="{CB29C3A3-C206-4F8C-BC5B-561E415174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2" y="2759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700015"/>
                  </a:solidFill>
                  <a:effectLst/>
                  <a:latin typeface="Arial" panose="020B0604020202020204" pitchFamily="34" charset="0"/>
                </a:rPr>
                <a:t>o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89" name="Rectangle 482">
              <a:extLst>
                <a:ext uri="{FF2B5EF4-FFF2-40B4-BE49-F238E27FC236}">
                  <a16:creationId xmlns:a16="http://schemas.microsoft.com/office/drawing/2014/main" id="{92D8C631-6816-43C3-9168-E6406CEC8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2" y="2759"/>
              <a:ext cx="15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700015"/>
                  </a:solidFill>
                  <a:effectLst/>
                  <a:latin typeface="Arial" panose="020B0604020202020204" pitchFamily="34" charset="0"/>
                </a:rPr>
                <a:t>w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0" name="Rectangle 483">
              <a:extLst>
                <a:ext uri="{FF2B5EF4-FFF2-40B4-BE49-F238E27FC236}">
                  <a16:creationId xmlns:a16="http://schemas.microsoft.com/office/drawing/2014/main" id="{C7370CD1-AA9E-4733-8B7C-00DE2E91FE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54" y="2759"/>
              <a:ext cx="9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700015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1" name="Rectangle 484">
              <a:extLst>
                <a:ext uri="{FF2B5EF4-FFF2-40B4-BE49-F238E27FC236}">
                  <a16:creationId xmlns:a16="http://schemas.microsoft.com/office/drawing/2014/main" id="{9EE5D138-1463-4B92-ACD0-6BCD9572BA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9" y="2759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700015"/>
                  </a:solidFill>
                  <a:effectLst/>
                  <a:latin typeface="Arial" panose="020B060402020202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2" name="Rectangle 485">
              <a:extLst>
                <a:ext uri="{FF2B5EF4-FFF2-40B4-BE49-F238E27FC236}">
                  <a16:creationId xmlns:a16="http://schemas.microsoft.com/office/drawing/2014/main" id="{A3BEFBB9-C604-474F-9202-069572A294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9" y="2759"/>
              <a:ext cx="12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700015"/>
                  </a:solidFill>
                  <a:effectLst/>
                  <a:latin typeface="Arial" panose="020B0604020202020204" pitchFamily="34" charset="0"/>
                </a:rPr>
                <a:t>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3" name="Rectangle 486">
              <a:extLst>
                <a:ext uri="{FF2B5EF4-FFF2-40B4-BE49-F238E27FC236}">
                  <a16:creationId xmlns:a16="http://schemas.microsoft.com/office/drawing/2014/main" id="{D549B049-E092-4F4E-96C9-7736E73EB0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22" y="2759"/>
              <a:ext cx="9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700015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4" name="Rectangle 487">
              <a:extLst>
                <a:ext uri="{FF2B5EF4-FFF2-40B4-BE49-F238E27FC236}">
                  <a16:creationId xmlns:a16="http://schemas.microsoft.com/office/drawing/2014/main" id="{B89684ED-6456-448A-A1BA-69B9EEC28D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57" y="2759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700015"/>
                  </a:solidFill>
                  <a:effectLst/>
                  <a:latin typeface="Arial" panose="020B0604020202020204" pitchFamily="34" charset="0"/>
                </a:rPr>
                <a:t>a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5" name="Rectangle 488">
              <a:extLst>
                <a:ext uri="{FF2B5EF4-FFF2-40B4-BE49-F238E27FC236}">
                  <a16:creationId xmlns:a16="http://schemas.microsoft.com/office/drawing/2014/main" id="{FCD62D73-2169-48D6-9844-FB5A4F11D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28" y="2759"/>
              <a:ext cx="9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700015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6" name="Rectangle 489">
              <a:extLst>
                <a:ext uri="{FF2B5EF4-FFF2-40B4-BE49-F238E27FC236}">
                  <a16:creationId xmlns:a16="http://schemas.microsoft.com/office/drawing/2014/main" id="{D41C03A7-A760-4D8E-92C1-068B7A6687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63" y="2759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7" name="Rectangle 490">
              <a:extLst>
                <a:ext uri="{FF2B5EF4-FFF2-40B4-BE49-F238E27FC236}">
                  <a16:creationId xmlns:a16="http://schemas.microsoft.com/office/drawing/2014/main" id="{A7AF7DB7-68F8-40EA-853E-280C1EE0B7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82" y="2759"/>
              <a:ext cx="243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 dirty="0">
                  <a:ln>
                    <a:noFill/>
                  </a:ln>
                  <a:solidFill>
                    <a:srgbClr val="700015"/>
                  </a:solidFill>
                  <a:effectLst/>
                  <a:latin typeface="Arial" panose="020B0604020202020204" pitchFamily="34" charset="0"/>
                </a:rPr>
                <a:t>read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8" name="Rectangle 491">
              <a:extLst>
                <a:ext uri="{FF2B5EF4-FFF2-40B4-BE49-F238E27FC236}">
                  <a16:creationId xmlns:a16="http://schemas.microsoft.com/office/drawing/2014/main" id="{7334F47C-3022-499E-9106-687571FA04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96" y="2759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99" name="Rectangle 492">
              <a:extLst>
                <a:ext uri="{FF2B5EF4-FFF2-40B4-BE49-F238E27FC236}">
                  <a16:creationId xmlns:a16="http://schemas.microsoft.com/office/drawing/2014/main" id="{93810882-B1F7-4049-9CB6-90F3A6926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24" y="2759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0" name="Rectangle 493">
              <a:extLst>
                <a:ext uri="{FF2B5EF4-FFF2-40B4-BE49-F238E27FC236}">
                  <a16:creationId xmlns:a16="http://schemas.microsoft.com/office/drawing/2014/main" id="{E296436C-BA78-482B-8539-FEE499C72D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59" y="2759"/>
              <a:ext cx="0" cy="1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1" name="Rectangle 494">
              <a:extLst>
                <a:ext uri="{FF2B5EF4-FFF2-40B4-BE49-F238E27FC236}">
                  <a16:creationId xmlns:a16="http://schemas.microsoft.com/office/drawing/2014/main" id="{38BFD2A9-7D98-4597-874C-29629F60F0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29" y="2759"/>
              <a:ext cx="10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700015"/>
                  </a:solidFill>
                  <a:effectLst/>
                  <a:latin typeface="Arial" panose="020B0604020202020204" pitchFamily="34" charset="0"/>
                </a:rPr>
                <a:t>-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2" name="Rectangle 495">
              <a:extLst>
                <a:ext uri="{FF2B5EF4-FFF2-40B4-BE49-F238E27FC236}">
                  <a16:creationId xmlns:a16="http://schemas.microsoft.com/office/drawing/2014/main" id="{3BE8BB78-6F39-41D6-927D-2F476F4D66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1" y="2759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700015"/>
                  </a:solidFill>
                  <a:effectLst/>
                  <a:latin typeface="Arial" panose="020B0604020202020204" pitchFamily="34" charset="0"/>
                </a:rPr>
                <a:t>o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3" name="Rectangle 496">
              <a:extLst>
                <a:ext uri="{FF2B5EF4-FFF2-40B4-BE49-F238E27FC236}">
                  <a16:creationId xmlns:a16="http://schemas.microsoft.com/office/drawing/2014/main" id="{CA0AF71D-E6EA-45BE-BB9C-BEAFF796E3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2" y="2759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700015"/>
                  </a:solidFill>
                  <a:effectLst/>
                  <a:latin typeface="Arial" panose="020B0604020202020204" pitchFamily="34" charset="0"/>
                </a:rPr>
                <a:t>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4" name="Rectangle 497">
              <a:extLst>
                <a:ext uri="{FF2B5EF4-FFF2-40B4-BE49-F238E27FC236}">
                  <a16:creationId xmlns:a16="http://schemas.microsoft.com/office/drawing/2014/main" id="{A0260797-E9D7-4A20-92AB-7CBB3A625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2759"/>
              <a:ext cx="87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700015"/>
                  </a:solidFill>
                  <a:effectLst/>
                  <a:latin typeface="Arial" panose="020B0604020202020204" pitchFamily="34" charset="0"/>
                </a:rPr>
                <a:t>l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5" name="Rectangle 498">
              <a:extLst>
                <a:ext uri="{FF2B5EF4-FFF2-40B4-BE49-F238E27FC236}">
                  <a16:creationId xmlns:a16="http://schemas.microsoft.com/office/drawing/2014/main" id="{3312D1C7-0620-4565-BB9E-90233E5262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0" y="2759"/>
              <a:ext cx="12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700015"/>
                  </a:solidFill>
                  <a:effectLst/>
                  <a:latin typeface="Arial" panose="020B0604020202020204" pitchFamily="34" charset="0"/>
                </a:rPr>
                <a:t>y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6" name="Rectangle 499">
              <a:extLst>
                <a:ext uri="{FF2B5EF4-FFF2-40B4-BE49-F238E27FC236}">
                  <a16:creationId xmlns:a16="http://schemas.microsoft.com/office/drawing/2014/main" id="{80957FCB-0F5F-409F-B2D1-54E4054423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9" y="2759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700015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7" name="Rectangle 500">
              <a:extLst>
                <a:ext uri="{FF2B5EF4-FFF2-40B4-BE49-F238E27FC236}">
                  <a16:creationId xmlns:a16="http://schemas.microsoft.com/office/drawing/2014/main" id="{E1C17822-B32F-41E3-A611-2F3B932F0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09" y="2759"/>
              <a:ext cx="10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700015"/>
                  </a:solidFill>
                  <a:effectLst/>
                  <a:latin typeface="Arial" panose="020B0604020202020204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8" name="Rectangle 501">
              <a:extLst>
                <a:ext uri="{FF2B5EF4-FFF2-40B4-BE49-F238E27FC236}">
                  <a16:creationId xmlns:a16="http://schemas.microsoft.com/office/drawing/2014/main" id="{C9132B85-BE76-4C6D-A506-AB54C8B256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51" y="2759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700015"/>
                  </a:solidFill>
                  <a:effectLst/>
                  <a:latin typeface="Arial" panose="020B0604020202020204" pitchFamily="34" charset="0"/>
                </a:rPr>
                <a:t>o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09" name="Rectangle 502">
              <a:extLst>
                <a:ext uri="{FF2B5EF4-FFF2-40B4-BE49-F238E27FC236}">
                  <a16:creationId xmlns:a16="http://schemas.microsoft.com/office/drawing/2014/main" id="{9F05BDA0-16FB-4AB0-BF8D-5F0BF96B07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2" y="2759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700015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0" name="Rectangle 503">
              <a:extLst>
                <a:ext uri="{FF2B5EF4-FFF2-40B4-BE49-F238E27FC236}">
                  <a16:creationId xmlns:a16="http://schemas.microsoft.com/office/drawing/2014/main" id="{9FCDEF03-1853-4844-96CA-B8AFCCCB56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92" y="2759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700015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1" name="Rectangle 504">
              <a:extLst>
                <a:ext uri="{FF2B5EF4-FFF2-40B4-BE49-F238E27FC236}">
                  <a16:creationId xmlns:a16="http://schemas.microsoft.com/office/drawing/2014/main" id="{5DAC53B6-1722-4CA6-83B9-940C8859D9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2" y="2759"/>
              <a:ext cx="10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700015"/>
                  </a:solidFill>
                  <a:effectLst/>
                  <a:latin typeface="Arial" panose="020B0604020202020204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2" name="Rectangle 505">
              <a:extLst>
                <a:ext uri="{FF2B5EF4-FFF2-40B4-BE49-F238E27FC236}">
                  <a16:creationId xmlns:a16="http://schemas.microsoft.com/office/drawing/2014/main" id="{B3354A07-95F6-4088-AB75-85CF08358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4" y="2759"/>
              <a:ext cx="9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700015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3" name="Rectangle 506">
              <a:extLst>
                <a:ext uri="{FF2B5EF4-FFF2-40B4-BE49-F238E27FC236}">
                  <a16:creationId xmlns:a16="http://schemas.microsoft.com/office/drawing/2014/main" id="{49D94010-B97F-4E6C-8080-95E011C3B0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39" y="2759"/>
              <a:ext cx="12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700015"/>
                  </a:solidFill>
                  <a:effectLst/>
                  <a:latin typeface="Arial" panose="020B0604020202020204" pitchFamily="34" charset="0"/>
                </a:rPr>
                <a:t>y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4" name="Rectangle 507">
              <a:extLst>
                <a:ext uri="{FF2B5EF4-FFF2-40B4-BE49-F238E27FC236}">
                  <a16:creationId xmlns:a16="http://schemas.microsoft.com/office/drawing/2014/main" id="{96545546-5430-4B78-9957-8BB49C1588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95" y="2977"/>
              <a:ext cx="68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en-US" altLang="en-US" sz="1500" dirty="0">
                  <a:solidFill>
                    <a:srgbClr val="3535FF"/>
                  </a:solidFill>
                </a:rPr>
                <a:t>g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5" name="Rectangle 508">
              <a:extLst>
                <a:ext uri="{FF2B5EF4-FFF2-40B4-BE49-F238E27FC236}">
                  <a16:creationId xmlns:a16="http://schemas.microsoft.com/office/drawing/2014/main" id="{FBB5100F-F588-4205-BA3D-E6FA27CBAF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58" y="2977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 dirty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6" name="Rectangle 509">
              <a:extLst>
                <a:ext uri="{FF2B5EF4-FFF2-40B4-BE49-F238E27FC236}">
                  <a16:creationId xmlns:a16="http://schemas.microsoft.com/office/drawing/2014/main" id="{30AB7E56-B938-4371-93D2-FE7F7C77E0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28" y="2977"/>
              <a:ext cx="9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7" name="Rectangle 510">
              <a:extLst>
                <a:ext uri="{FF2B5EF4-FFF2-40B4-BE49-F238E27FC236}">
                  <a16:creationId xmlns:a16="http://schemas.microsoft.com/office/drawing/2014/main" id="{1013E931-C022-43E4-94F8-3BCCE0B5F1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63" y="2977"/>
              <a:ext cx="9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8" name="Rectangle 511">
              <a:extLst>
                <a:ext uri="{FF2B5EF4-FFF2-40B4-BE49-F238E27FC236}">
                  <a16:creationId xmlns:a16="http://schemas.microsoft.com/office/drawing/2014/main" id="{6AFCC1FC-4F83-4896-BF1E-8F678E0252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98" y="2977"/>
              <a:ext cx="10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{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19" name="Rectangle 512">
              <a:extLst>
                <a:ext uri="{FF2B5EF4-FFF2-40B4-BE49-F238E27FC236}">
                  <a16:creationId xmlns:a16="http://schemas.microsoft.com/office/drawing/2014/main" id="{FD3A12D0-4135-4195-A1FC-5E37FBE9E1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0" y="2977"/>
              <a:ext cx="9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0" name="Rectangle 513">
              <a:extLst>
                <a:ext uri="{FF2B5EF4-FFF2-40B4-BE49-F238E27FC236}">
                  <a16:creationId xmlns:a16="http://schemas.microsoft.com/office/drawing/2014/main" id="{1A532357-9CCC-4996-A23D-701D21B91D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6" y="2977"/>
              <a:ext cx="10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3339A"/>
                  </a:solidFill>
                  <a:effectLst/>
                  <a:latin typeface="Arial" panose="020B0604020202020204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1" name="Rectangle 514">
              <a:extLst>
                <a:ext uri="{FF2B5EF4-FFF2-40B4-BE49-F238E27FC236}">
                  <a16:creationId xmlns:a16="http://schemas.microsoft.com/office/drawing/2014/main" id="{BF5E1E79-873A-4D4E-B143-3DFFED6D5F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8" y="2977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3339A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2" name="Rectangle 515">
              <a:extLst>
                <a:ext uri="{FF2B5EF4-FFF2-40B4-BE49-F238E27FC236}">
                  <a16:creationId xmlns:a16="http://schemas.microsoft.com/office/drawing/2014/main" id="{4D879EA9-D390-4A87-B9BA-2CEEB43B0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88" y="2977"/>
              <a:ext cx="9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3339A"/>
                  </a:solidFill>
                  <a:effectLst/>
                  <a:latin typeface="Arial" panose="020B0604020202020204" pitchFamily="34" charset="0"/>
                </a:rPr>
                <a:t>t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3" name="Rectangle 516">
              <a:extLst>
                <a:ext uri="{FF2B5EF4-FFF2-40B4-BE49-F238E27FC236}">
                  <a16:creationId xmlns:a16="http://schemas.microsoft.com/office/drawing/2014/main" id="{872C4900-A32D-46BF-AE92-C334730D07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23" y="2977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3339A"/>
                  </a:solidFill>
                  <a:effectLst/>
                  <a:latin typeface="Arial" panose="020B0604020202020204" pitchFamily="34" charset="0"/>
                </a:rPr>
                <a:t>u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4" name="Rectangle 517">
              <a:extLst>
                <a:ext uri="{FF2B5EF4-FFF2-40B4-BE49-F238E27FC236}">
                  <a16:creationId xmlns:a16="http://schemas.microsoft.com/office/drawing/2014/main" id="{478A410F-23FA-4A08-82E5-D3D68D4DD5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3" y="2977"/>
              <a:ext cx="10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3339A"/>
                  </a:solidFill>
                  <a:effectLst/>
                  <a:latin typeface="Arial" panose="020B0604020202020204" pitchFamily="34" charset="0"/>
                </a:rPr>
                <a:t>r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5" name="Rectangle 518">
              <a:extLst>
                <a:ext uri="{FF2B5EF4-FFF2-40B4-BE49-F238E27FC236}">
                  <a16:creationId xmlns:a16="http://schemas.microsoft.com/office/drawing/2014/main" id="{E14344DB-DDC3-4F00-A828-5843AAD5F5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36" y="2977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3339A"/>
                  </a:solidFill>
                  <a:effectLst/>
                  <a:latin typeface="Arial" panose="020B0604020202020204" pitchFamily="34" charset="0"/>
                </a:rPr>
                <a:t>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6" name="Rectangle 519">
              <a:extLst>
                <a:ext uri="{FF2B5EF4-FFF2-40B4-BE49-F238E27FC236}">
                  <a16:creationId xmlns:a16="http://schemas.microsoft.com/office/drawing/2014/main" id="{422A1ACF-8894-4B6D-A6B7-F53629BEE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06" y="2977"/>
              <a:ext cx="9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3339A"/>
                  </a:solidFill>
                  <a:effectLst/>
                  <a:latin typeface="Arial" panose="020B0604020202020204" pitchFamily="34" charset="0"/>
                </a:rPr>
                <a:t> 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7" name="Rectangle 520">
              <a:extLst>
                <a:ext uri="{FF2B5EF4-FFF2-40B4-BE49-F238E27FC236}">
                  <a16:creationId xmlns:a16="http://schemas.microsoft.com/office/drawing/2014/main" id="{23C257A0-D45C-4C3E-8863-60E6DFE52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2977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e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8" name="Rectangle 521">
              <a:extLst>
                <a:ext uri="{FF2B5EF4-FFF2-40B4-BE49-F238E27FC236}">
                  <a16:creationId xmlns:a16="http://schemas.microsoft.com/office/drawing/2014/main" id="{D7C643D4-66CB-4101-BCDE-714477B2BE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11" y="2977"/>
              <a:ext cx="169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m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29" name="Rectangle 522">
              <a:extLst>
                <a:ext uri="{FF2B5EF4-FFF2-40B4-BE49-F238E27FC236}">
                  <a16:creationId xmlns:a16="http://schemas.microsoft.com/office/drawing/2014/main" id="{71525F21-AF60-4A65-B0B4-55682E0734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16" y="2977"/>
              <a:ext cx="13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p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0" name="Rectangle 523">
              <a:extLst>
                <a:ext uri="{FF2B5EF4-FFF2-40B4-BE49-F238E27FC236}">
                  <a16:creationId xmlns:a16="http://schemas.microsoft.com/office/drawing/2014/main" id="{035FFAB2-F464-4B8C-808D-52FAAA2F2F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7" y="2977"/>
              <a:ext cx="146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1" name="Rectangle 524">
              <a:extLst>
                <a:ext uri="{FF2B5EF4-FFF2-40B4-BE49-F238E27FC236}">
                  <a16:creationId xmlns:a16="http://schemas.microsoft.com/office/drawing/2014/main" id="{53CF6B95-200F-40D8-905A-D9F95ADEA3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1" y="2977"/>
              <a:ext cx="146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S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2" name="Rectangle 525">
              <a:extLst>
                <a:ext uri="{FF2B5EF4-FFF2-40B4-BE49-F238E27FC236}">
                  <a16:creationId xmlns:a16="http://schemas.microsoft.com/office/drawing/2014/main" id="{F1BDC20A-AB03-4407-8B12-D7A718B922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6" y="2977"/>
              <a:ext cx="154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N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3" name="Rectangle 526">
              <a:extLst>
                <a:ext uri="{FF2B5EF4-FFF2-40B4-BE49-F238E27FC236}">
                  <a16:creationId xmlns:a16="http://schemas.microsoft.com/office/drawing/2014/main" id="{E39440A1-D7BF-4C45-9285-1E98A203DD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7" y="2977"/>
              <a:ext cx="95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;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4" name="Rectangle 527">
              <a:extLst>
                <a:ext uri="{FF2B5EF4-FFF2-40B4-BE49-F238E27FC236}">
                  <a16:creationId xmlns:a16="http://schemas.microsoft.com/office/drawing/2014/main" id="{12926C97-B61E-4071-B7F8-C021F77029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6" y="2977"/>
              <a:ext cx="10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535FF"/>
                  </a:solidFill>
                  <a:effectLst/>
                  <a:latin typeface="Arial" panose="020B0604020202020204" pitchFamily="34" charset="0"/>
                </a:rPr>
                <a:t>}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5" name="Rectangle 528">
              <a:extLst>
                <a:ext uri="{FF2B5EF4-FFF2-40B4-BE49-F238E27FC236}">
                  <a16:creationId xmlns:a16="http://schemas.microsoft.com/office/drawing/2014/main" id="{BE405ABA-AA1E-42BA-BF9B-8654571F98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12" y="3128"/>
              <a:ext cx="102" cy="1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none" lIns="0" tIns="0" rIns="0" bIns="0" numCol="1" anchor="t" anchorCtr="0" compatLnSpc="1">
              <a:prstTxWarp prst="textNoShape">
                <a:avLst/>
              </a:prstTxWarp>
              <a:spAutoFit/>
            </a:bodyPr>
            <a:lstStyle>
              <a:lvl1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altLang="en-US" sz="1500" b="0" i="0" u="none" strike="noStrike" cap="none" normalizeH="0" baseline="0">
                  <a:ln>
                    <a:noFill/>
                  </a:ln>
                  <a:solidFill>
                    <a:srgbClr val="33339A"/>
                  </a:solidFill>
                  <a:effectLst/>
                  <a:latin typeface="Arial" panose="020B0604020202020204" pitchFamily="34" charset="0"/>
                </a:rPr>
                <a:t>}</a:t>
              </a:r>
              <a:endPara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442577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AB99E8-FAFA-8747-8F2F-C099219D4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470" y="310718"/>
            <a:ext cx="8875059" cy="6547282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9102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Access Modifiers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2EBA11-3844-DE42-B761-C00627E36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053" y="2086251"/>
            <a:ext cx="8666250" cy="4119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783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36B1F5-456B-C843-AB54-C8A4A3A94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34617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C7205A-4A05-3942-8AF5-512EE6A20B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18524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2D619C-8533-F642-8D57-A35938C90D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33792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C0456F-B22A-D84B-A7C4-682FE37321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68136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23514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Method Parameter Modifiers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1601C3-DD15-1D43-972C-5032154D75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667" y="2100125"/>
            <a:ext cx="8194089" cy="4078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9046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F0B7BA-1506-4C46-B256-FCF49F039E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22267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F12C68-0188-4540-B541-D61BED9D66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64280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Arrays In C#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E97F97-09DA-6445-9C59-FE3704200F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027" y="2059618"/>
            <a:ext cx="8131946" cy="399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2468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A7DC2C-3757-CD47-B56E-3488955DF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2602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51170D8-F34C-0A45-8BD5-24A3D46470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7448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745487-EBF9-5F4F-B483-25189CA44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97676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53C33D7-623E-B846-A2A2-61900DD0B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5891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56131F-CC43-9C4B-A1E9-86F71C2F4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4244805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9FD845-B889-ED41-B455-DA5C45719B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26690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4B733B-3F8A-E24E-8623-D8A415619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112975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9A2CD0-434C-414C-A8AA-DA8C0AC601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22191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6C4FCA-C280-1942-A7EF-89F2390E20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998981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605469-98FA-2143-87DE-867EEBC50F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67048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7C628CA-0531-B844-81A0-7A11E03353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031674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3739D2-E7FA-B348-9360-0C6EEEC6F1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15464" y="731162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36630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1DFDAE-6BAD-554C-8F27-7DD2AC3FAB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27585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FFC814-3771-B147-8870-2D149816E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577118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3E5AFB-AC9B-6346-9DA1-FC625CB9A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747767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91748E6-78F4-5744-B1F9-0A7C5063C5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89262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4F2D31-98AE-DD4B-AB98-2822933C1B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1345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Enumeration in C#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2BCE14-3D56-FF40-B93C-965CBB1250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6252"/>
            <a:ext cx="9144000" cy="405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71338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6148F68-2C3A-6241-81F5-31F10CC36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3308408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DA63FE-77D3-024B-9479-845178E589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9663151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2BE5C8-5D6B-8E4A-B18D-35D2CC113B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548478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071A43B-124E-AD42-AC4F-8AA35D89E1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6D2A1622-18B3-CF42-B5AD-82A5F9056952}"/>
              </a:ext>
            </a:extLst>
          </p:cNvPr>
          <p:cNvSpPr txBox="1">
            <a:spLocks/>
          </p:cNvSpPr>
          <p:nvPr/>
        </p:nvSpPr>
        <p:spPr>
          <a:xfrm>
            <a:off x="202131" y="678176"/>
            <a:ext cx="6865932" cy="1092799"/>
          </a:xfrm>
          <a:prstGeom prst="rect">
            <a:avLst/>
          </a:prstGeom>
        </p:spPr>
        <p:txBody>
          <a:bodyPr rtlCol="0">
            <a:normAutofit/>
          </a:bodyPr>
          <a:lstStyle>
            <a:lvl1pPr algn="r" defTabSz="914400" rtl="0" eaLnBrk="1" latinLnBrk="0" hangingPunct="1"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n-US" b="1" cap="small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" name="Subtitle 2"/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600" b="1" dirty="0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46FB6F7-0574-6249-B9E4-D3549D0B3FB1}"/>
              </a:ext>
            </a:extLst>
          </p:cNvPr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87AB7CF-0B42-1A43-993F-3E0B3129AF97}"/>
                </a:ext>
              </a:extLst>
            </p:cNvPr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FDD2DA8-6A58-8945-8370-0521B905F90B}"/>
                </a:ext>
              </a:extLst>
            </p:cNvPr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21FBF4-4488-C440-91C1-36158F356C78}"/>
                </a:ext>
              </a:extLst>
            </p:cNvPr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13" name="Picture 2" descr="Image result for AIUB logo">
            <a:extLst>
              <a:ext uri="{FF2B5EF4-FFF2-40B4-BE49-F238E27FC236}">
                <a16:creationId xmlns:a16="http://schemas.microsoft.com/office/drawing/2014/main" id="{F7DCA0BE-8096-2B4A-AA36-8512C4345C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5" y="0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947635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9709" y="1167441"/>
            <a:ext cx="7259781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onotype Corsiva" panose="03010101010201010101" pitchFamily="66" charset="0"/>
                <a:ea typeface="+mn-ea"/>
                <a:cs typeface="+mn-cs"/>
              </a:rPr>
              <a:t>Thank You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7850" y="2865888"/>
            <a:ext cx="2806843" cy="3070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46248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2433394"/>
            <a:ext cx="83174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C# 4.0 The Complete Reference; Herbert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Schildt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; McGraw-Hill Osborne Media; 2010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Head First C# by Andrew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Stellman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Fundamentals of Computer Programming with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CSharp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–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Nakov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v2013</a:t>
            </a:r>
          </a:p>
        </p:txBody>
      </p:sp>
    </p:spTree>
    <p:extLst>
      <p:ext uri="{BB962C8B-B14F-4D97-AF65-F5344CB8AC3E}">
        <p14:creationId xmlns:p14="http://schemas.microsoft.com/office/powerpoint/2010/main" val="419879595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3CB498-A8B6-F743-B173-3DB3F3FC3698}"/>
              </a:ext>
            </a:extLst>
          </p:cNvPr>
          <p:cNvSpPr txBox="1"/>
          <p:nvPr/>
        </p:nvSpPr>
        <p:spPr>
          <a:xfrm>
            <a:off x="284165" y="2669912"/>
            <a:ext cx="631865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C# 4.0 The Complete Reference; Herbert </a:t>
            </a:r>
            <a:r>
              <a:rPr lang="en-US" sz="1400" dirty="0" err="1"/>
              <a:t>Schildt</a:t>
            </a:r>
            <a:r>
              <a:rPr lang="en-US" sz="1400" dirty="0"/>
              <a:t>; McGraw-Hill Osborne Media; 2010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4007BF-A399-884C-BD8E-7C2475BDBA41}"/>
              </a:ext>
            </a:extLst>
          </p:cNvPr>
          <p:cNvSpPr txBox="1"/>
          <p:nvPr/>
        </p:nvSpPr>
        <p:spPr>
          <a:xfrm>
            <a:off x="284165" y="1654250"/>
            <a:ext cx="851332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MSDN Library; URL: http://</a:t>
            </a:r>
            <a:r>
              <a:rPr lang="en-US" sz="1400" dirty="0" err="1"/>
              <a:t>msdn.microsoft.com</a:t>
            </a:r>
            <a:r>
              <a:rPr lang="en-US" sz="1400" dirty="0"/>
              <a:t>/library </a:t>
            </a:r>
          </a:p>
          <a:p>
            <a:endParaRPr lang="en-US" sz="1400" dirty="0"/>
          </a:p>
          <a:p>
            <a:r>
              <a:rPr lang="en-US" sz="1400" dirty="0"/>
              <a:t>C# Language Specification; URL: http://</a:t>
            </a:r>
            <a:r>
              <a:rPr lang="en-US" sz="1400" dirty="0" err="1"/>
              <a:t>download.microsoft.com</a:t>
            </a:r>
            <a:r>
              <a:rPr lang="en-US" sz="1400" dirty="0"/>
              <a:t>/download/0/B/D/0BDA894F- </a:t>
            </a:r>
          </a:p>
          <a:p>
            <a:r>
              <a:rPr lang="en-US" sz="1400" dirty="0"/>
              <a:t>2CCD-4C2C-B5A7-4EB1171962E5/CSharp%20Language%20Specixfication.doc 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DFC602E1B958418E59E396BA607039" ma:contentTypeVersion="0" ma:contentTypeDescription="Create a new document." ma:contentTypeScope="" ma:versionID="12d6e0ef4c2c162e03ab80fafd247995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AF72CC7-1274-4175-B145-724805A76B76}"/>
</file>

<file path=customXml/itemProps2.xml><?xml version="1.0" encoding="utf-8"?>
<ds:datastoreItem xmlns:ds="http://schemas.openxmlformats.org/officeDocument/2006/customXml" ds:itemID="{CC48F6EF-7691-47A2-9F60-CB751A15D55A}"/>
</file>

<file path=customXml/itemProps3.xml><?xml version="1.0" encoding="utf-8"?>
<ds:datastoreItem xmlns:ds="http://schemas.openxmlformats.org/officeDocument/2006/customXml" ds:itemID="{C737933E-34F7-4CD1-9458-5EC9EC30C8B5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206</TotalTime>
  <Words>721</Words>
  <Application>Microsoft Office PowerPoint</Application>
  <PresentationFormat>On-screen Show (4:3)</PresentationFormat>
  <Paragraphs>583</Paragraphs>
  <Slides>43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Arial</vt:lpstr>
      <vt:lpstr>Calibri</vt:lpstr>
      <vt:lpstr>Comic Sans MS</vt:lpstr>
      <vt:lpstr>Corbel</vt:lpstr>
      <vt:lpstr>Monotype Corsiva</vt:lpstr>
      <vt:lpstr>Verdana</vt:lpstr>
      <vt:lpstr>Wingdings</vt:lpstr>
      <vt:lpstr>Spectrum</vt:lpstr>
      <vt:lpstr>Properties, Array, Encapsulation</vt:lpstr>
      <vt:lpstr>Topics</vt:lpstr>
      <vt:lpstr>Encapsulation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Access Modifiers</vt:lpstr>
      <vt:lpstr>PowerPoint Presentation</vt:lpstr>
      <vt:lpstr>PowerPoint Presentation</vt:lpstr>
      <vt:lpstr>PowerPoint Presentation</vt:lpstr>
      <vt:lpstr>PowerPoint Presentation</vt:lpstr>
      <vt:lpstr>Method Parameter Modifiers</vt:lpstr>
      <vt:lpstr>PowerPoint Presentation</vt:lpstr>
      <vt:lpstr>PowerPoint Presentation</vt:lpstr>
      <vt:lpstr>Arrays In C#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Enumeration in C#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Saikat Baul</cp:lastModifiedBy>
  <cp:revision>16</cp:revision>
  <dcterms:created xsi:type="dcterms:W3CDTF">2018-12-10T17:20:29Z</dcterms:created>
  <dcterms:modified xsi:type="dcterms:W3CDTF">2025-03-25T05:03:34Z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0x01010037DFC602E1B958418E59E396BA607039</vt:lpwstr>
  </property>
</Properties>
</file>