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  <p:sldMasterId id="2147483677" r:id="rId2"/>
  </p:sldMasterIdLst>
  <p:notesMasterIdLst>
    <p:notesMasterId r:id="rId29"/>
  </p:notesMasterIdLst>
  <p:sldIdLst>
    <p:sldId id="388" r:id="rId3"/>
    <p:sldId id="257" r:id="rId4"/>
    <p:sldId id="266" r:id="rId5"/>
    <p:sldId id="366" r:id="rId6"/>
    <p:sldId id="367" r:id="rId7"/>
    <p:sldId id="368" r:id="rId8"/>
    <p:sldId id="369" r:id="rId9"/>
    <p:sldId id="370" r:id="rId10"/>
    <p:sldId id="371" r:id="rId11"/>
    <p:sldId id="372" r:id="rId12"/>
    <p:sldId id="373" r:id="rId13"/>
    <p:sldId id="374" r:id="rId14"/>
    <p:sldId id="375" r:id="rId15"/>
    <p:sldId id="376" r:id="rId16"/>
    <p:sldId id="377" r:id="rId17"/>
    <p:sldId id="378" r:id="rId18"/>
    <p:sldId id="379" r:id="rId19"/>
    <p:sldId id="380" r:id="rId20"/>
    <p:sldId id="381" r:id="rId21"/>
    <p:sldId id="382" r:id="rId22"/>
    <p:sldId id="383" r:id="rId23"/>
    <p:sldId id="384" r:id="rId24"/>
    <p:sldId id="385" r:id="rId25"/>
    <p:sldId id="386" r:id="rId26"/>
    <p:sldId id="387" r:id="rId27"/>
    <p:sldId id="265" r:id="rId28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73A0DAA-6AF3-43AB-8588-CEC1D06C72B9}" styleName="Medium Styl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F5AB1C69-6EDB-4FF4-983F-18BD219EF322}" styleName="Medium Style 2 - Accent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  <a:tblStyle styleId="{D7AC3CCA-C797-4891-BE02-D94E43425B78}" styleName="Medium Style 4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dk1"/>
              </a:solidFill>
            </a:ln>
          </a:left>
          <a:right>
            <a:ln w="12700" cmpd="sng">
              <a:solidFill>
                <a:schemeClr val="dk1"/>
              </a:solidFill>
            </a:ln>
          </a:right>
          <a:top>
            <a:ln w="12700" cmpd="sng">
              <a:solidFill>
                <a:schemeClr val="dk1"/>
              </a:solidFill>
            </a:ln>
          </a:top>
          <a:bottom>
            <a:ln w="12700" cmpd="sng">
              <a:solidFill>
                <a:schemeClr val="dk1"/>
              </a:solidFill>
            </a:ln>
          </a:bottom>
          <a:insideH>
            <a:ln w="12700" cmpd="sng">
              <a:solidFill>
                <a:schemeClr val="dk1"/>
              </a:solidFill>
            </a:ln>
          </a:insideH>
          <a:insideV>
            <a:ln w="12700" cmpd="sng">
              <a:solidFill>
                <a:schemeClr val="dk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dk1"/>
              </a:solidFill>
            </a:ln>
          </a:top>
        </a:tcBdr>
        <a:fill>
          <a:solidFill>
            <a:schemeClr val="dk1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dk1">
              <a:tint val="20000"/>
            </a:schemeClr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8506"/>
    <p:restoredTop sz="94545"/>
  </p:normalViewPr>
  <p:slideViewPr>
    <p:cSldViewPr snapToGrid="0" snapToObjects="1">
      <p:cViewPr varScale="1">
        <p:scale>
          <a:sx n="59" d="100"/>
          <a:sy n="59" d="100"/>
        </p:scale>
        <p:origin x="1772" y="5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1.xml"/><Relationship Id="rId18" Type="http://schemas.openxmlformats.org/officeDocument/2006/relationships/slide" Target="slides/slide16.xml"/><Relationship Id="rId26" Type="http://schemas.openxmlformats.org/officeDocument/2006/relationships/slide" Target="slides/slide24.xml"/><Relationship Id="rId21" Type="http://schemas.openxmlformats.org/officeDocument/2006/relationships/slide" Target="slides/slide19.xml"/><Relationship Id="rId34" Type="http://schemas.microsoft.com/office/2016/11/relationships/changesInfo" Target="changesInfos/changesInfo1.xml"/><Relationship Id="rId7" Type="http://schemas.openxmlformats.org/officeDocument/2006/relationships/slide" Target="slides/slide5.xml"/><Relationship Id="rId12" Type="http://schemas.openxmlformats.org/officeDocument/2006/relationships/slide" Target="slides/slide10.xml"/><Relationship Id="rId17" Type="http://schemas.openxmlformats.org/officeDocument/2006/relationships/slide" Target="slides/slide15.xml"/><Relationship Id="rId25" Type="http://schemas.openxmlformats.org/officeDocument/2006/relationships/slide" Target="slides/slide23.xml"/><Relationship Id="rId33" Type="http://schemas.openxmlformats.org/officeDocument/2006/relationships/tableStyles" Target="tableStyles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4.xml"/><Relationship Id="rId20" Type="http://schemas.openxmlformats.org/officeDocument/2006/relationships/slide" Target="slides/slide18.xml"/><Relationship Id="rId29" Type="http://schemas.openxmlformats.org/officeDocument/2006/relationships/notesMaster" Target="notesMasters/notesMaster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slide" Target="slides/slide9.xml"/><Relationship Id="rId24" Type="http://schemas.openxmlformats.org/officeDocument/2006/relationships/slide" Target="slides/slide22.xml"/><Relationship Id="rId32" Type="http://schemas.openxmlformats.org/officeDocument/2006/relationships/theme" Target="theme/theme1.xml"/><Relationship Id="rId37" Type="http://schemas.openxmlformats.org/officeDocument/2006/relationships/customXml" Target="../customXml/item3.xml"/><Relationship Id="rId5" Type="http://schemas.openxmlformats.org/officeDocument/2006/relationships/slide" Target="slides/slide3.xml"/><Relationship Id="rId15" Type="http://schemas.openxmlformats.org/officeDocument/2006/relationships/slide" Target="slides/slide13.xml"/><Relationship Id="rId23" Type="http://schemas.openxmlformats.org/officeDocument/2006/relationships/slide" Target="slides/slide21.xml"/><Relationship Id="rId28" Type="http://schemas.openxmlformats.org/officeDocument/2006/relationships/slide" Target="slides/slide26.xml"/><Relationship Id="rId36" Type="http://schemas.openxmlformats.org/officeDocument/2006/relationships/customXml" Target="../customXml/item2.xml"/><Relationship Id="rId10" Type="http://schemas.openxmlformats.org/officeDocument/2006/relationships/slide" Target="slides/slide8.xml"/><Relationship Id="rId19" Type="http://schemas.openxmlformats.org/officeDocument/2006/relationships/slide" Target="slides/slide17.xml"/><Relationship Id="rId31" Type="http://schemas.openxmlformats.org/officeDocument/2006/relationships/viewProps" Target="viewProps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slide" Target="slides/slide12.xml"/><Relationship Id="rId22" Type="http://schemas.openxmlformats.org/officeDocument/2006/relationships/slide" Target="slides/slide20.xml"/><Relationship Id="rId27" Type="http://schemas.openxmlformats.org/officeDocument/2006/relationships/slide" Target="slides/slide25.xml"/><Relationship Id="rId30" Type="http://schemas.openxmlformats.org/officeDocument/2006/relationships/presProps" Target="presProps.xml"/><Relationship Id="rId35" Type="http://schemas.openxmlformats.org/officeDocument/2006/relationships/customXml" Target="../customXml/item1.xml"/><Relationship Id="rId8" Type="http://schemas.openxmlformats.org/officeDocument/2006/relationships/slide" Target="slides/slide6.xml"/><Relationship Id="rId3" Type="http://schemas.openxmlformats.org/officeDocument/2006/relationships/slide" Target="slides/slide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Saikat Baul" userId="dae859d7-ea3e-4a5d-83a1-d953f3940120" providerId="ADAL" clId="{56F2B428-D1CE-48C7-91FC-3D4664ED38AD}"/>
    <pc:docChg chg="modSld">
      <pc:chgData name="Saikat Baul" userId="dae859d7-ea3e-4a5d-83a1-d953f3940120" providerId="ADAL" clId="{56F2B428-D1CE-48C7-91FC-3D4664ED38AD}" dt="2025-03-25T05:10:09.819" v="0" actId="1036"/>
      <pc:docMkLst>
        <pc:docMk/>
      </pc:docMkLst>
      <pc:sldChg chg="modSp mod">
        <pc:chgData name="Saikat Baul" userId="dae859d7-ea3e-4a5d-83a1-d953f3940120" providerId="ADAL" clId="{56F2B428-D1CE-48C7-91FC-3D4664ED38AD}" dt="2025-03-25T05:10:09.819" v="0" actId="1036"/>
        <pc:sldMkLst>
          <pc:docMk/>
          <pc:sldMk cId="2963446303" sldId="368"/>
        </pc:sldMkLst>
        <pc:picChg chg="mod">
          <ac:chgData name="Saikat Baul" userId="dae859d7-ea3e-4a5d-83a1-d953f3940120" providerId="ADAL" clId="{56F2B428-D1CE-48C7-91FC-3D4664ED38AD}" dt="2025-03-25T05:10:09.819" v="0" actId="1036"/>
          <ac:picMkLst>
            <pc:docMk/>
            <pc:sldMk cId="2963446303" sldId="368"/>
            <ac:picMk id="3" creationId="{F3C7AC24-F79D-EF42-973A-637D73CFC9DF}"/>
          </ac:picMkLst>
        </pc:picChg>
      </pc:sldChg>
    </pc:docChg>
  </pc:docChgLst>
  <pc:docChgLst>
    <pc:chgData name="Victor Stany Rozario" userId="dbb37ec6-3e12-44d7-b04d-09b867830cae" providerId="ADAL" clId="{6E227F29-86ED-4D1A-8032-0BDC08755350}"/>
    <pc:docChg chg="modSld">
      <pc:chgData name="Victor Stany Rozario" userId="dbb37ec6-3e12-44d7-b04d-09b867830cae" providerId="ADAL" clId="{6E227F29-86ED-4D1A-8032-0BDC08755350}" dt="2020-07-25T07:47:07.829" v="15" actId="20577"/>
      <pc:docMkLst>
        <pc:docMk/>
      </pc:docMkLst>
      <pc:sldChg chg="modSp mod">
        <pc:chgData name="Victor Stany Rozario" userId="dbb37ec6-3e12-44d7-b04d-09b867830cae" providerId="ADAL" clId="{6E227F29-86ED-4D1A-8032-0BDC08755350}" dt="2020-07-25T07:47:07.829" v="15" actId="20577"/>
        <pc:sldMkLst>
          <pc:docMk/>
          <pc:sldMk cId="642354922" sldId="388"/>
        </pc:sldMkLst>
      </pc:sldChg>
    </pc:docChg>
  </pc:docChgLst>
</pc:chgInfo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colorful5">
  <dgm:title val=""/>
  <dgm:desc val=""/>
  <dgm:catLst>
    <dgm:cat type="colorful" pri="10500"/>
  </dgm:catLst>
  <dgm:styleLbl name="node0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5"/>
      <a:schemeClr val="accent6"/>
    </dgm:fillClrLst>
    <dgm:linClrLst>
      <a:schemeClr val="accent5"/>
      <a:schemeClr val="accent6"/>
    </dgm:linClrLst>
    <dgm:effectClrLst/>
    <dgm:txLinClrLst/>
    <dgm:txFillClrLst/>
    <dgm:txEffectClrLst/>
  </dgm:styleLbl>
  <dgm:styleLbl name="lnNode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5">
        <a:tint val="50000"/>
      </a:schemeClr>
      <a:schemeClr val="accent6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5">
        <a:tint val="50000"/>
      </a:schemeClr>
      <a:schemeClr val="accent6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5"/>
    </dgm:fillClrLst>
    <dgm:linClrLst meth="repeat">
      <a:schemeClr val="accent5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5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6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1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5"/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6">
        <a:tint val="90000"/>
      </a:schemeClr>
    </dgm:fillClrLst>
    <dgm:linClrLst meth="repeat">
      <a:schemeClr val="accent6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6">
        <a:tint val="70000"/>
      </a:schemeClr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6">
        <a:tint val="5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5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6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5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5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5">
        <a:tint val="50000"/>
        <a:alpha val="40000"/>
      </a:schemeClr>
    </dgm:fillClrLst>
    <dgm:linClrLst meth="repeat">
      <a:schemeClr val="accent5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5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2442177A-EEB8-4EEE-8393-11491D6F3B4F}" type="doc">
      <dgm:prSet loTypeId="urn:microsoft.com/office/officeart/2008/layout/HalfCircleOrganizationChart" loCatId="hierarchy" qsTypeId="urn:microsoft.com/office/officeart/2005/8/quickstyle/simple1" qsCatId="simple" csTypeId="urn:microsoft.com/office/officeart/2005/8/colors/colorful5" csCatId="colorful" phldr="1"/>
      <dgm:spPr/>
      <dgm:t>
        <a:bodyPr/>
        <a:lstStyle/>
        <a:p>
          <a:endParaRPr lang="en-GB"/>
        </a:p>
      </dgm:t>
    </dgm:pt>
    <dgm:pt modelId="{603AA604-B835-4AEA-9B55-A7735AF548C9}">
      <dgm:prSet phldrT="[Text]"/>
      <dgm:spPr/>
      <dgm:t>
        <a:bodyPr/>
        <a:lstStyle/>
        <a:p>
          <a:r>
            <a:rPr lang="en-GB" dirty="0"/>
            <a:t>Vehicle</a:t>
          </a:r>
        </a:p>
      </dgm:t>
    </dgm:pt>
    <dgm:pt modelId="{D9076442-1121-454E-8BC5-41C8AB956A22}" type="parTrans" cxnId="{83553793-B1F5-4416-AC95-3F1FF2EF893A}">
      <dgm:prSet/>
      <dgm:spPr/>
      <dgm:t>
        <a:bodyPr/>
        <a:lstStyle/>
        <a:p>
          <a:endParaRPr lang="en-GB"/>
        </a:p>
      </dgm:t>
    </dgm:pt>
    <dgm:pt modelId="{2C5456C3-6A4E-4CEE-AFF3-3BB9B8E22375}" type="sibTrans" cxnId="{83553793-B1F5-4416-AC95-3F1FF2EF893A}">
      <dgm:prSet/>
      <dgm:spPr/>
      <dgm:t>
        <a:bodyPr/>
        <a:lstStyle/>
        <a:p>
          <a:endParaRPr lang="en-GB"/>
        </a:p>
      </dgm:t>
    </dgm:pt>
    <dgm:pt modelId="{F983297A-57F2-4ABD-BEBE-DAA24D4A5C0C}" type="asst">
      <dgm:prSet phldrT="[Text]"/>
      <dgm:spPr/>
      <dgm:t>
        <a:bodyPr/>
        <a:lstStyle/>
        <a:p>
          <a:r>
            <a:rPr lang="en-GB" dirty="0"/>
            <a:t>Motorbike</a:t>
          </a:r>
        </a:p>
      </dgm:t>
    </dgm:pt>
    <dgm:pt modelId="{2BB2D9D7-FFBC-425E-AA4E-E4BA0F092313}" type="parTrans" cxnId="{EE7126E5-6EFD-4B91-A2D4-17FB6112B5AA}">
      <dgm:prSet/>
      <dgm:spPr/>
      <dgm:t>
        <a:bodyPr/>
        <a:lstStyle/>
        <a:p>
          <a:endParaRPr lang="en-GB"/>
        </a:p>
      </dgm:t>
    </dgm:pt>
    <dgm:pt modelId="{04491527-FCC7-42C7-B150-665F0BBC6EBF}" type="sibTrans" cxnId="{EE7126E5-6EFD-4B91-A2D4-17FB6112B5AA}">
      <dgm:prSet/>
      <dgm:spPr/>
      <dgm:t>
        <a:bodyPr/>
        <a:lstStyle/>
        <a:p>
          <a:endParaRPr lang="en-GB"/>
        </a:p>
      </dgm:t>
    </dgm:pt>
    <dgm:pt modelId="{135CEEB1-9B35-4BAF-9C9E-4BD4BE5FEE75}" type="asst">
      <dgm:prSet phldrT="[Text]"/>
      <dgm:spPr/>
      <dgm:t>
        <a:bodyPr/>
        <a:lstStyle/>
        <a:p>
          <a:r>
            <a:rPr lang="en-GB" dirty="0"/>
            <a:t>Car</a:t>
          </a:r>
        </a:p>
      </dgm:t>
    </dgm:pt>
    <dgm:pt modelId="{6518B83B-FED7-48FC-BA5D-EF0DFC521AF3}" type="parTrans" cxnId="{0503CDF3-E25F-4D4B-82F0-6D6F26AA216F}">
      <dgm:prSet/>
      <dgm:spPr/>
      <dgm:t>
        <a:bodyPr/>
        <a:lstStyle/>
        <a:p>
          <a:endParaRPr lang="en-GB"/>
        </a:p>
      </dgm:t>
    </dgm:pt>
    <dgm:pt modelId="{8F86B071-7665-43C3-B00F-B5C8DF232C67}" type="sibTrans" cxnId="{0503CDF3-E25F-4D4B-82F0-6D6F26AA216F}">
      <dgm:prSet/>
      <dgm:spPr/>
      <dgm:t>
        <a:bodyPr/>
        <a:lstStyle/>
        <a:p>
          <a:endParaRPr lang="en-GB"/>
        </a:p>
      </dgm:t>
    </dgm:pt>
    <dgm:pt modelId="{40A8CCFC-6531-41B2-992C-61960CAFE83E}" type="asst">
      <dgm:prSet phldrT="[Text]"/>
      <dgm:spPr/>
      <dgm:t>
        <a:bodyPr/>
        <a:lstStyle/>
        <a:p>
          <a:r>
            <a:rPr lang="en-GB" dirty="0"/>
            <a:t>Truck</a:t>
          </a:r>
        </a:p>
      </dgm:t>
    </dgm:pt>
    <dgm:pt modelId="{B345095F-CA02-4299-942F-2F1751462C6F}" type="parTrans" cxnId="{1A585A59-A3E6-47DF-91C5-B7122A543C52}">
      <dgm:prSet/>
      <dgm:spPr/>
      <dgm:t>
        <a:bodyPr/>
        <a:lstStyle/>
        <a:p>
          <a:endParaRPr lang="en-GB"/>
        </a:p>
      </dgm:t>
    </dgm:pt>
    <dgm:pt modelId="{ABBB0732-6A37-4FCA-BC07-92C433CACA00}" type="sibTrans" cxnId="{1A585A59-A3E6-47DF-91C5-B7122A543C52}">
      <dgm:prSet/>
      <dgm:spPr/>
      <dgm:t>
        <a:bodyPr/>
        <a:lstStyle/>
        <a:p>
          <a:endParaRPr lang="en-GB"/>
        </a:p>
      </dgm:t>
    </dgm:pt>
    <dgm:pt modelId="{B7A1C5A4-362D-41A3-9342-B8671431EB6C}" type="asst">
      <dgm:prSet phldrT="[Text]"/>
      <dgm:spPr/>
      <dgm:t>
        <a:bodyPr/>
        <a:lstStyle/>
        <a:p>
          <a:r>
            <a:rPr lang="en-GB" dirty="0"/>
            <a:t>Saloon</a:t>
          </a:r>
        </a:p>
      </dgm:t>
    </dgm:pt>
    <dgm:pt modelId="{6D4C10A9-E2E2-47E5-BD85-19CFE2019D34}" type="parTrans" cxnId="{B79A996D-FEFD-44D7-A32C-D42D6345CBFC}">
      <dgm:prSet/>
      <dgm:spPr/>
      <dgm:t>
        <a:bodyPr/>
        <a:lstStyle/>
        <a:p>
          <a:endParaRPr lang="en-GB"/>
        </a:p>
      </dgm:t>
    </dgm:pt>
    <dgm:pt modelId="{7510F312-2C0A-4AC2-BD24-02F227C5BD0E}" type="sibTrans" cxnId="{B79A996D-FEFD-44D7-A32C-D42D6345CBFC}">
      <dgm:prSet/>
      <dgm:spPr/>
      <dgm:t>
        <a:bodyPr/>
        <a:lstStyle/>
        <a:p>
          <a:endParaRPr lang="en-GB"/>
        </a:p>
      </dgm:t>
    </dgm:pt>
    <dgm:pt modelId="{1D4AEEC7-9BB8-41B0-AE67-696744193543}" type="asst">
      <dgm:prSet phldrT="[Text]"/>
      <dgm:spPr/>
      <dgm:t>
        <a:bodyPr/>
        <a:lstStyle/>
        <a:p>
          <a:r>
            <a:rPr lang="en-GB" dirty="0"/>
            <a:t>MPV</a:t>
          </a:r>
        </a:p>
      </dgm:t>
    </dgm:pt>
    <dgm:pt modelId="{1E0466B4-AFCA-4F06-B7F3-FB0D1956FFF8}" type="parTrans" cxnId="{978EEE95-6BF4-4D32-B6AE-B96E1FC5F1F2}">
      <dgm:prSet/>
      <dgm:spPr/>
      <dgm:t>
        <a:bodyPr/>
        <a:lstStyle/>
        <a:p>
          <a:endParaRPr lang="en-GB"/>
        </a:p>
      </dgm:t>
    </dgm:pt>
    <dgm:pt modelId="{4B4B10BC-9F2B-40CD-A44C-A34A09EB64D1}" type="sibTrans" cxnId="{978EEE95-6BF4-4D32-B6AE-B96E1FC5F1F2}">
      <dgm:prSet/>
      <dgm:spPr/>
      <dgm:t>
        <a:bodyPr/>
        <a:lstStyle/>
        <a:p>
          <a:endParaRPr lang="en-GB"/>
        </a:p>
      </dgm:t>
    </dgm:pt>
    <dgm:pt modelId="{D57AD49B-A035-B24B-B764-2D2B71EBE54B}" type="pres">
      <dgm:prSet presAssocID="{2442177A-EEB8-4EEE-8393-11491D6F3B4F}" presName="Name0" presStyleCnt="0">
        <dgm:presLayoutVars>
          <dgm:orgChart val="1"/>
          <dgm:chPref val="1"/>
          <dgm:dir/>
          <dgm:animOne val="branch"/>
          <dgm:animLvl val="lvl"/>
          <dgm:resizeHandles/>
        </dgm:presLayoutVars>
      </dgm:prSet>
      <dgm:spPr/>
    </dgm:pt>
    <dgm:pt modelId="{18091BCA-C030-454F-9E57-2A5CB7B2EAB1}" type="pres">
      <dgm:prSet presAssocID="{603AA604-B835-4AEA-9B55-A7735AF548C9}" presName="hierRoot1" presStyleCnt="0">
        <dgm:presLayoutVars>
          <dgm:hierBranch val="init"/>
        </dgm:presLayoutVars>
      </dgm:prSet>
      <dgm:spPr/>
    </dgm:pt>
    <dgm:pt modelId="{6D33AF34-E159-DE4B-A599-BA55261EECF4}" type="pres">
      <dgm:prSet presAssocID="{603AA604-B835-4AEA-9B55-A7735AF548C9}" presName="rootComposite1" presStyleCnt="0"/>
      <dgm:spPr/>
    </dgm:pt>
    <dgm:pt modelId="{05E27CE6-95C1-DB42-89C0-226D2373741E}" type="pres">
      <dgm:prSet presAssocID="{603AA604-B835-4AEA-9B55-A7735AF548C9}" presName="rootText1" presStyleLbl="alignAcc1" presStyleIdx="0" presStyleCnt="0">
        <dgm:presLayoutVars>
          <dgm:chPref val="3"/>
        </dgm:presLayoutVars>
      </dgm:prSet>
      <dgm:spPr/>
    </dgm:pt>
    <dgm:pt modelId="{6194370A-1935-004D-A4B3-843AA29ACCF8}" type="pres">
      <dgm:prSet presAssocID="{603AA604-B835-4AEA-9B55-A7735AF548C9}" presName="topArc1" presStyleLbl="parChTrans1D1" presStyleIdx="0" presStyleCnt="12"/>
      <dgm:spPr/>
    </dgm:pt>
    <dgm:pt modelId="{9A77A139-9575-8241-B032-F3EC895EC7B0}" type="pres">
      <dgm:prSet presAssocID="{603AA604-B835-4AEA-9B55-A7735AF548C9}" presName="bottomArc1" presStyleLbl="parChTrans1D1" presStyleIdx="1" presStyleCnt="12"/>
      <dgm:spPr/>
    </dgm:pt>
    <dgm:pt modelId="{48A40EBA-00A1-7647-AFA4-2972C661434E}" type="pres">
      <dgm:prSet presAssocID="{603AA604-B835-4AEA-9B55-A7735AF548C9}" presName="topConnNode1" presStyleLbl="node1" presStyleIdx="0" presStyleCnt="0"/>
      <dgm:spPr/>
    </dgm:pt>
    <dgm:pt modelId="{BD26873B-D33F-E648-9F2C-51727846F23D}" type="pres">
      <dgm:prSet presAssocID="{603AA604-B835-4AEA-9B55-A7735AF548C9}" presName="hierChild2" presStyleCnt="0"/>
      <dgm:spPr/>
    </dgm:pt>
    <dgm:pt modelId="{ABCC9574-65F6-4847-83EE-ADDE7D1D9D2E}" type="pres">
      <dgm:prSet presAssocID="{603AA604-B835-4AEA-9B55-A7735AF548C9}" presName="hierChild3" presStyleCnt="0"/>
      <dgm:spPr/>
    </dgm:pt>
    <dgm:pt modelId="{E5A73F2A-A6D1-9149-BFB2-5E79B52A2BF4}" type="pres">
      <dgm:prSet presAssocID="{2BB2D9D7-FFBC-425E-AA4E-E4BA0F092313}" presName="Name101" presStyleLbl="parChTrans1D2" presStyleIdx="0" presStyleCnt="3"/>
      <dgm:spPr/>
    </dgm:pt>
    <dgm:pt modelId="{7D74D6C4-836E-244A-9F1F-369A4A3713D5}" type="pres">
      <dgm:prSet presAssocID="{F983297A-57F2-4ABD-BEBE-DAA24D4A5C0C}" presName="hierRoot3" presStyleCnt="0">
        <dgm:presLayoutVars>
          <dgm:hierBranch val="init"/>
        </dgm:presLayoutVars>
      </dgm:prSet>
      <dgm:spPr/>
    </dgm:pt>
    <dgm:pt modelId="{4B2F2580-586B-2B4A-9540-66600C407255}" type="pres">
      <dgm:prSet presAssocID="{F983297A-57F2-4ABD-BEBE-DAA24D4A5C0C}" presName="rootComposite3" presStyleCnt="0"/>
      <dgm:spPr/>
    </dgm:pt>
    <dgm:pt modelId="{DF1A4491-DAE5-CD4A-926E-D6F78856FE2B}" type="pres">
      <dgm:prSet presAssocID="{F983297A-57F2-4ABD-BEBE-DAA24D4A5C0C}" presName="rootText3" presStyleLbl="alignAcc1" presStyleIdx="0" presStyleCnt="0">
        <dgm:presLayoutVars>
          <dgm:chPref val="3"/>
        </dgm:presLayoutVars>
      </dgm:prSet>
      <dgm:spPr/>
    </dgm:pt>
    <dgm:pt modelId="{AAB196D2-1202-FD4D-BD40-527365E8D98E}" type="pres">
      <dgm:prSet presAssocID="{F983297A-57F2-4ABD-BEBE-DAA24D4A5C0C}" presName="topArc3" presStyleLbl="parChTrans1D1" presStyleIdx="2" presStyleCnt="12"/>
      <dgm:spPr/>
    </dgm:pt>
    <dgm:pt modelId="{59439861-8C0A-F043-BDEA-5145EEB65C2E}" type="pres">
      <dgm:prSet presAssocID="{F983297A-57F2-4ABD-BEBE-DAA24D4A5C0C}" presName="bottomArc3" presStyleLbl="parChTrans1D1" presStyleIdx="3" presStyleCnt="12"/>
      <dgm:spPr/>
    </dgm:pt>
    <dgm:pt modelId="{1ED3AB90-9354-4849-A67D-2003BEA0F4E4}" type="pres">
      <dgm:prSet presAssocID="{F983297A-57F2-4ABD-BEBE-DAA24D4A5C0C}" presName="topConnNode3" presStyleLbl="asst1" presStyleIdx="0" presStyleCnt="0"/>
      <dgm:spPr/>
    </dgm:pt>
    <dgm:pt modelId="{FDB7A513-2AF8-8D4C-97D2-B547ABE1A871}" type="pres">
      <dgm:prSet presAssocID="{F983297A-57F2-4ABD-BEBE-DAA24D4A5C0C}" presName="hierChild6" presStyleCnt="0"/>
      <dgm:spPr/>
    </dgm:pt>
    <dgm:pt modelId="{4C226827-3DFC-9147-9989-87EEE87996B3}" type="pres">
      <dgm:prSet presAssocID="{F983297A-57F2-4ABD-BEBE-DAA24D4A5C0C}" presName="hierChild7" presStyleCnt="0"/>
      <dgm:spPr/>
    </dgm:pt>
    <dgm:pt modelId="{15ACAB6D-973B-1447-898B-9C5057A09EC4}" type="pres">
      <dgm:prSet presAssocID="{6518B83B-FED7-48FC-BA5D-EF0DFC521AF3}" presName="Name101" presStyleLbl="parChTrans1D2" presStyleIdx="1" presStyleCnt="3"/>
      <dgm:spPr/>
    </dgm:pt>
    <dgm:pt modelId="{C0F319F9-F05C-8542-A77A-87176AD80B0A}" type="pres">
      <dgm:prSet presAssocID="{135CEEB1-9B35-4BAF-9C9E-4BD4BE5FEE75}" presName="hierRoot3" presStyleCnt="0">
        <dgm:presLayoutVars>
          <dgm:hierBranch val="init"/>
        </dgm:presLayoutVars>
      </dgm:prSet>
      <dgm:spPr/>
    </dgm:pt>
    <dgm:pt modelId="{F39A86A8-FBAB-2C41-90E8-A893A05815E2}" type="pres">
      <dgm:prSet presAssocID="{135CEEB1-9B35-4BAF-9C9E-4BD4BE5FEE75}" presName="rootComposite3" presStyleCnt="0"/>
      <dgm:spPr/>
    </dgm:pt>
    <dgm:pt modelId="{3C7D3EE2-6460-3941-8498-512F0E40B958}" type="pres">
      <dgm:prSet presAssocID="{135CEEB1-9B35-4BAF-9C9E-4BD4BE5FEE75}" presName="rootText3" presStyleLbl="alignAcc1" presStyleIdx="0" presStyleCnt="0">
        <dgm:presLayoutVars>
          <dgm:chPref val="3"/>
        </dgm:presLayoutVars>
      </dgm:prSet>
      <dgm:spPr/>
    </dgm:pt>
    <dgm:pt modelId="{8F8ADF66-E462-DC41-AE61-07D6AA05DFA5}" type="pres">
      <dgm:prSet presAssocID="{135CEEB1-9B35-4BAF-9C9E-4BD4BE5FEE75}" presName="topArc3" presStyleLbl="parChTrans1D1" presStyleIdx="4" presStyleCnt="12"/>
      <dgm:spPr/>
    </dgm:pt>
    <dgm:pt modelId="{7DB18743-426A-D345-85B7-E50A55F7CC7D}" type="pres">
      <dgm:prSet presAssocID="{135CEEB1-9B35-4BAF-9C9E-4BD4BE5FEE75}" presName="bottomArc3" presStyleLbl="parChTrans1D1" presStyleIdx="5" presStyleCnt="12"/>
      <dgm:spPr/>
    </dgm:pt>
    <dgm:pt modelId="{6A416643-A786-5242-B5C0-20CBAFAE168D}" type="pres">
      <dgm:prSet presAssocID="{135CEEB1-9B35-4BAF-9C9E-4BD4BE5FEE75}" presName="topConnNode3" presStyleLbl="asst1" presStyleIdx="0" presStyleCnt="0"/>
      <dgm:spPr/>
    </dgm:pt>
    <dgm:pt modelId="{DC4AFD23-8F19-854F-99B5-CCE7E15BF404}" type="pres">
      <dgm:prSet presAssocID="{135CEEB1-9B35-4BAF-9C9E-4BD4BE5FEE75}" presName="hierChild6" presStyleCnt="0"/>
      <dgm:spPr/>
    </dgm:pt>
    <dgm:pt modelId="{5ECA1156-0BFE-9842-8C8C-5095FDD98D79}" type="pres">
      <dgm:prSet presAssocID="{135CEEB1-9B35-4BAF-9C9E-4BD4BE5FEE75}" presName="hierChild7" presStyleCnt="0"/>
      <dgm:spPr/>
    </dgm:pt>
    <dgm:pt modelId="{A5DD4793-BCE0-8740-91F9-9B0C65EC3CB2}" type="pres">
      <dgm:prSet presAssocID="{6D4C10A9-E2E2-47E5-BD85-19CFE2019D34}" presName="Name101" presStyleLbl="parChTrans1D3" presStyleIdx="0" presStyleCnt="2"/>
      <dgm:spPr/>
    </dgm:pt>
    <dgm:pt modelId="{4FE3D6C0-4099-244C-9852-882582564A7A}" type="pres">
      <dgm:prSet presAssocID="{B7A1C5A4-362D-41A3-9342-B8671431EB6C}" presName="hierRoot3" presStyleCnt="0">
        <dgm:presLayoutVars>
          <dgm:hierBranch val="init"/>
        </dgm:presLayoutVars>
      </dgm:prSet>
      <dgm:spPr/>
    </dgm:pt>
    <dgm:pt modelId="{C93F8E27-C682-F64B-9227-E22D1FFEC06B}" type="pres">
      <dgm:prSet presAssocID="{B7A1C5A4-362D-41A3-9342-B8671431EB6C}" presName="rootComposite3" presStyleCnt="0"/>
      <dgm:spPr/>
    </dgm:pt>
    <dgm:pt modelId="{E3A32EC8-316F-904D-8CA1-7E43D3D1814A}" type="pres">
      <dgm:prSet presAssocID="{B7A1C5A4-362D-41A3-9342-B8671431EB6C}" presName="rootText3" presStyleLbl="alignAcc1" presStyleIdx="0" presStyleCnt="0">
        <dgm:presLayoutVars>
          <dgm:chPref val="3"/>
        </dgm:presLayoutVars>
      </dgm:prSet>
      <dgm:spPr/>
    </dgm:pt>
    <dgm:pt modelId="{4C687F67-C10A-144F-B534-0DC999815300}" type="pres">
      <dgm:prSet presAssocID="{B7A1C5A4-362D-41A3-9342-B8671431EB6C}" presName="topArc3" presStyleLbl="parChTrans1D1" presStyleIdx="6" presStyleCnt="12"/>
      <dgm:spPr/>
    </dgm:pt>
    <dgm:pt modelId="{07418139-B889-BF4B-BAD4-E69296D0020D}" type="pres">
      <dgm:prSet presAssocID="{B7A1C5A4-362D-41A3-9342-B8671431EB6C}" presName="bottomArc3" presStyleLbl="parChTrans1D1" presStyleIdx="7" presStyleCnt="12"/>
      <dgm:spPr/>
    </dgm:pt>
    <dgm:pt modelId="{77A53034-AA1B-B74F-BAD2-26DED82DB998}" type="pres">
      <dgm:prSet presAssocID="{B7A1C5A4-362D-41A3-9342-B8671431EB6C}" presName="topConnNode3" presStyleLbl="asst1" presStyleIdx="0" presStyleCnt="0"/>
      <dgm:spPr/>
    </dgm:pt>
    <dgm:pt modelId="{0D200DC9-6E25-1B40-840A-2EFEDCF7EF6F}" type="pres">
      <dgm:prSet presAssocID="{B7A1C5A4-362D-41A3-9342-B8671431EB6C}" presName="hierChild6" presStyleCnt="0"/>
      <dgm:spPr/>
    </dgm:pt>
    <dgm:pt modelId="{2B7A6BC0-51D3-5D4F-8157-C78ADE83ED72}" type="pres">
      <dgm:prSet presAssocID="{B7A1C5A4-362D-41A3-9342-B8671431EB6C}" presName="hierChild7" presStyleCnt="0"/>
      <dgm:spPr/>
    </dgm:pt>
    <dgm:pt modelId="{4E968121-5528-1F4B-989C-ECC1ACBE2820}" type="pres">
      <dgm:prSet presAssocID="{1E0466B4-AFCA-4F06-B7F3-FB0D1956FFF8}" presName="Name101" presStyleLbl="parChTrans1D3" presStyleIdx="1" presStyleCnt="2"/>
      <dgm:spPr/>
    </dgm:pt>
    <dgm:pt modelId="{69EC4BA6-25CB-DD4A-981D-6C69F609679A}" type="pres">
      <dgm:prSet presAssocID="{1D4AEEC7-9BB8-41B0-AE67-696744193543}" presName="hierRoot3" presStyleCnt="0">
        <dgm:presLayoutVars>
          <dgm:hierBranch val="init"/>
        </dgm:presLayoutVars>
      </dgm:prSet>
      <dgm:spPr/>
    </dgm:pt>
    <dgm:pt modelId="{8FED8093-66EA-DE4C-BC3D-DF441554EAD5}" type="pres">
      <dgm:prSet presAssocID="{1D4AEEC7-9BB8-41B0-AE67-696744193543}" presName="rootComposite3" presStyleCnt="0"/>
      <dgm:spPr/>
    </dgm:pt>
    <dgm:pt modelId="{225C8836-54EC-8742-A4C8-D9C0383DDEE8}" type="pres">
      <dgm:prSet presAssocID="{1D4AEEC7-9BB8-41B0-AE67-696744193543}" presName="rootText3" presStyleLbl="alignAcc1" presStyleIdx="0" presStyleCnt="0">
        <dgm:presLayoutVars>
          <dgm:chPref val="3"/>
        </dgm:presLayoutVars>
      </dgm:prSet>
      <dgm:spPr/>
    </dgm:pt>
    <dgm:pt modelId="{82BAFBCE-BEEF-FD49-85C2-3B8C96A0D575}" type="pres">
      <dgm:prSet presAssocID="{1D4AEEC7-9BB8-41B0-AE67-696744193543}" presName="topArc3" presStyleLbl="parChTrans1D1" presStyleIdx="8" presStyleCnt="12"/>
      <dgm:spPr/>
    </dgm:pt>
    <dgm:pt modelId="{DDBBE864-E705-F044-96A5-B47E8F558AC1}" type="pres">
      <dgm:prSet presAssocID="{1D4AEEC7-9BB8-41B0-AE67-696744193543}" presName="bottomArc3" presStyleLbl="parChTrans1D1" presStyleIdx="9" presStyleCnt="12"/>
      <dgm:spPr/>
    </dgm:pt>
    <dgm:pt modelId="{8F32C9D8-AE35-304C-BC7D-F782B63CF696}" type="pres">
      <dgm:prSet presAssocID="{1D4AEEC7-9BB8-41B0-AE67-696744193543}" presName="topConnNode3" presStyleLbl="asst1" presStyleIdx="0" presStyleCnt="0"/>
      <dgm:spPr/>
    </dgm:pt>
    <dgm:pt modelId="{C4D9E556-C115-654E-9353-B6A6ECDCE683}" type="pres">
      <dgm:prSet presAssocID="{1D4AEEC7-9BB8-41B0-AE67-696744193543}" presName="hierChild6" presStyleCnt="0"/>
      <dgm:spPr/>
    </dgm:pt>
    <dgm:pt modelId="{35E7FE7B-E840-9E4F-90BD-E5D93A3CF197}" type="pres">
      <dgm:prSet presAssocID="{1D4AEEC7-9BB8-41B0-AE67-696744193543}" presName="hierChild7" presStyleCnt="0"/>
      <dgm:spPr/>
    </dgm:pt>
    <dgm:pt modelId="{F400296F-772C-0D46-AFB7-36674AD27B20}" type="pres">
      <dgm:prSet presAssocID="{B345095F-CA02-4299-942F-2F1751462C6F}" presName="Name101" presStyleLbl="parChTrans1D2" presStyleIdx="2" presStyleCnt="3"/>
      <dgm:spPr/>
    </dgm:pt>
    <dgm:pt modelId="{0BB55814-7D02-6C4E-9572-807A6EC6A38E}" type="pres">
      <dgm:prSet presAssocID="{40A8CCFC-6531-41B2-992C-61960CAFE83E}" presName="hierRoot3" presStyleCnt="0">
        <dgm:presLayoutVars>
          <dgm:hierBranch val="init"/>
        </dgm:presLayoutVars>
      </dgm:prSet>
      <dgm:spPr/>
    </dgm:pt>
    <dgm:pt modelId="{380DB8B6-49C0-A345-946E-428208EDC9E4}" type="pres">
      <dgm:prSet presAssocID="{40A8CCFC-6531-41B2-992C-61960CAFE83E}" presName="rootComposite3" presStyleCnt="0"/>
      <dgm:spPr/>
    </dgm:pt>
    <dgm:pt modelId="{FD1363AD-7A49-224B-B5FC-8FFF088B641B}" type="pres">
      <dgm:prSet presAssocID="{40A8CCFC-6531-41B2-992C-61960CAFE83E}" presName="rootText3" presStyleLbl="alignAcc1" presStyleIdx="0" presStyleCnt="0">
        <dgm:presLayoutVars>
          <dgm:chPref val="3"/>
        </dgm:presLayoutVars>
      </dgm:prSet>
      <dgm:spPr/>
    </dgm:pt>
    <dgm:pt modelId="{ADC4AAE1-49E9-634F-BA91-FD4BF1CEDBC9}" type="pres">
      <dgm:prSet presAssocID="{40A8CCFC-6531-41B2-992C-61960CAFE83E}" presName="topArc3" presStyleLbl="parChTrans1D1" presStyleIdx="10" presStyleCnt="12"/>
      <dgm:spPr/>
    </dgm:pt>
    <dgm:pt modelId="{6ABA0366-AD86-754E-B660-1DADB75F40E9}" type="pres">
      <dgm:prSet presAssocID="{40A8CCFC-6531-41B2-992C-61960CAFE83E}" presName="bottomArc3" presStyleLbl="parChTrans1D1" presStyleIdx="11" presStyleCnt="12"/>
      <dgm:spPr/>
    </dgm:pt>
    <dgm:pt modelId="{EF5E145F-0358-8141-83BE-46B8CCE8421F}" type="pres">
      <dgm:prSet presAssocID="{40A8CCFC-6531-41B2-992C-61960CAFE83E}" presName="topConnNode3" presStyleLbl="asst1" presStyleIdx="0" presStyleCnt="0"/>
      <dgm:spPr/>
    </dgm:pt>
    <dgm:pt modelId="{AE4140A9-A927-3149-90D0-1D37D72A33CD}" type="pres">
      <dgm:prSet presAssocID="{40A8CCFC-6531-41B2-992C-61960CAFE83E}" presName="hierChild6" presStyleCnt="0"/>
      <dgm:spPr/>
    </dgm:pt>
    <dgm:pt modelId="{DE67367B-672D-2647-919C-5D22B536A03E}" type="pres">
      <dgm:prSet presAssocID="{40A8CCFC-6531-41B2-992C-61960CAFE83E}" presName="hierChild7" presStyleCnt="0"/>
      <dgm:spPr/>
    </dgm:pt>
  </dgm:ptLst>
  <dgm:cxnLst>
    <dgm:cxn modelId="{495DBE00-F0D9-D745-9F57-67DEE8F9F8C0}" type="presOf" srcId="{6518B83B-FED7-48FC-BA5D-EF0DFC521AF3}" destId="{15ACAB6D-973B-1447-898B-9C5057A09EC4}" srcOrd="0" destOrd="0" presId="urn:microsoft.com/office/officeart/2008/layout/HalfCircleOrganizationChart"/>
    <dgm:cxn modelId="{7FE5180A-5AEA-1C48-9F6B-9AAF3A5D2D8C}" type="presOf" srcId="{F983297A-57F2-4ABD-BEBE-DAA24D4A5C0C}" destId="{1ED3AB90-9354-4849-A67D-2003BEA0F4E4}" srcOrd="1" destOrd="0" presId="urn:microsoft.com/office/officeart/2008/layout/HalfCircleOrganizationChart"/>
    <dgm:cxn modelId="{A22C0E14-3E57-084A-8BAD-2FFFA524552D}" type="presOf" srcId="{1E0466B4-AFCA-4F06-B7F3-FB0D1956FFF8}" destId="{4E968121-5528-1F4B-989C-ECC1ACBE2820}" srcOrd="0" destOrd="0" presId="urn:microsoft.com/office/officeart/2008/layout/HalfCircleOrganizationChart"/>
    <dgm:cxn modelId="{C3909F21-F326-7A44-84EA-373CD10824BC}" type="presOf" srcId="{1D4AEEC7-9BB8-41B0-AE67-696744193543}" destId="{8F32C9D8-AE35-304C-BC7D-F782B63CF696}" srcOrd="1" destOrd="0" presId="urn:microsoft.com/office/officeart/2008/layout/HalfCircleOrganizationChart"/>
    <dgm:cxn modelId="{4D79B56C-F19B-184E-B242-9ECEFD1DAF9A}" type="presOf" srcId="{2442177A-EEB8-4EEE-8393-11491D6F3B4F}" destId="{D57AD49B-A035-B24B-B764-2D2B71EBE54B}" srcOrd="0" destOrd="0" presId="urn:microsoft.com/office/officeart/2008/layout/HalfCircleOrganizationChart"/>
    <dgm:cxn modelId="{B79A996D-FEFD-44D7-A32C-D42D6345CBFC}" srcId="{135CEEB1-9B35-4BAF-9C9E-4BD4BE5FEE75}" destId="{B7A1C5A4-362D-41A3-9342-B8671431EB6C}" srcOrd="0" destOrd="0" parTransId="{6D4C10A9-E2E2-47E5-BD85-19CFE2019D34}" sibTransId="{7510F312-2C0A-4AC2-BD24-02F227C5BD0E}"/>
    <dgm:cxn modelId="{E65BA253-8A7D-AB44-9283-6407EE23C79D}" type="presOf" srcId="{F983297A-57F2-4ABD-BEBE-DAA24D4A5C0C}" destId="{DF1A4491-DAE5-CD4A-926E-D6F78856FE2B}" srcOrd="0" destOrd="0" presId="urn:microsoft.com/office/officeart/2008/layout/HalfCircleOrganizationChart"/>
    <dgm:cxn modelId="{1A585A59-A3E6-47DF-91C5-B7122A543C52}" srcId="{603AA604-B835-4AEA-9B55-A7735AF548C9}" destId="{40A8CCFC-6531-41B2-992C-61960CAFE83E}" srcOrd="2" destOrd="0" parTransId="{B345095F-CA02-4299-942F-2F1751462C6F}" sibTransId="{ABBB0732-6A37-4FCA-BC07-92C433CACA00}"/>
    <dgm:cxn modelId="{8A381D7B-B743-394E-A16A-DD4C82F597B7}" type="presOf" srcId="{40A8CCFC-6531-41B2-992C-61960CAFE83E}" destId="{FD1363AD-7A49-224B-B5FC-8FFF088B641B}" srcOrd="0" destOrd="0" presId="urn:microsoft.com/office/officeart/2008/layout/HalfCircleOrganizationChart"/>
    <dgm:cxn modelId="{7AB9218E-0B60-134D-9F6A-D6A3D0B407F4}" type="presOf" srcId="{B7A1C5A4-362D-41A3-9342-B8671431EB6C}" destId="{77A53034-AA1B-B74F-BAD2-26DED82DB998}" srcOrd="1" destOrd="0" presId="urn:microsoft.com/office/officeart/2008/layout/HalfCircleOrganizationChart"/>
    <dgm:cxn modelId="{83553793-B1F5-4416-AC95-3F1FF2EF893A}" srcId="{2442177A-EEB8-4EEE-8393-11491D6F3B4F}" destId="{603AA604-B835-4AEA-9B55-A7735AF548C9}" srcOrd="0" destOrd="0" parTransId="{D9076442-1121-454E-8BC5-41C8AB956A22}" sibTransId="{2C5456C3-6A4E-4CEE-AFF3-3BB9B8E22375}"/>
    <dgm:cxn modelId="{978EEE95-6BF4-4D32-B6AE-B96E1FC5F1F2}" srcId="{135CEEB1-9B35-4BAF-9C9E-4BD4BE5FEE75}" destId="{1D4AEEC7-9BB8-41B0-AE67-696744193543}" srcOrd="1" destOrd="0" parTransId="{1E0466B4-AFCA-4F06-B7F3-FB0D1956FFF8}" sibTransId="{4B4B10BC-9F2B-40CD-A44C-A34A09EB64D1}"/>
    <dgm:cxn modelId="{84CBBC99-C492-4F4E-A71B-B89DCEF106A1}" type="presOf" srcId="{40A8CCFC-6531-41B2-992C-61960CAFE83E}" destId="{EF5E145F-0358-8141-83BE-46B8CCE8421F}" srcOrd="1" destOrd="0" presId="urn:microsoft.com/office/officeart/2008/layout/HalfCircleOrganizationChart"/>
    <dgm:cxn modelId="{72399FA0-5BBB-5B4A-B9A3-AC6FE2D56CD7}" type="presOf" srcId="{135CEEB1-9B35-4BAF-9C9E-4BD4BE5FEE75}" destId="{6A416643-A786-5242-B5C0-20CBAFAE168D}" srcOrd="1" destOrd="0" presId="urn:microsoft.com/office/officeart/2008/layout/HalfCircleOrganizationChart"/>
    <dgm:cxn modelId="{8A8BC3A6-CA59-774A-956F-9200C9412C7B}" type="presOf" srcId="{1D4AEEC7-9BB8-41B0-AE67-696744193543}" destId="{225C8836-54EC-8742-A4C8-D9C0383DDEE8}" srcOrd="0" destOrd="0" presId="urn:microsoft.com/office/officeart/2008/layout/HalfCircleOrganizationChart"/>
    <dgm:cxn modelId="{76FC3DAF-90A3-274D-89FC-C5E39714BAD4}" type="presOf" srcId="{6D4C10A9-E2E2-47E5-BD85-19CFE2019D34}" destId="{A5DD4793-BCE0-8740-91F9-9B0C65EC3CB2}" srcOrd="0" destOrd="0" presId="urn:microsoft.com/office/officeart/2008/layout/HalfCircleOrganizationChart"/>
    <dgm:cxn modelId="{A3FDBBB2-9A70-E340-B17D-2A31E44A21F6}" type="presOf" srcId="{603AA604-B835-4AEA-9B55-A7735AF548C9}" destId="{05E27CE6-95C1-DB42-89C0-226D2373741E}" srcOrd="0" destOrd="0" presId="urn:microsoft.com/office/officeart/2008/layout/HalfCircleOrganizationChart"/>
    <dgm:cxn modelId="{BEBC21B8-D20C-4645-A287-A30854D20110}" type="presOf" srcId="{2BB2D9D7-FFBC-425E-AA4E-E4BA0F092313}" destId="{E5A73F2A-A6D1-9149-BFB2-5E79B52A2BF4}" srcOrd="0" destOrd="0" presId="urn:microsoft.com/office/officeart/2008/layout/HalfCircleOrganizationChart"/>
    <dgm:cxn modelId="{4BCBFBC5-0DF1-E84A-A6B3-B9A78B7F1393}" type="presOf" srcId="{B7A1C5A4-362D-41A3-9342-B8671431EB6C}" destId="{E3A32EC8-316F-904D-8CA1-7E43D3D1814A}" srcOrd="0" destOrd="0" presId="urn:microsoft.com/office/officeart/2008/layout/HalfCircleOrganizationChart"/>
    <dgm:cxn modelId="{0DA547CC-3DFD-6347-987F-BF150CFCB639}" type="presOf" srcId="{135CEEB1-9B35-4BAF-9C9E-4BD4BE5FEE75}" destId="{3C7D3EE2-6460-3941-8498-512F0E40B958}" srcOrd="0" destOrd="0" presId="urn:microsoft.com/office/officeart/2008/layout/HalfCircleOrganizationChart"/>
    <dgm:cxn modelId="{F9FA34DB-001D-AD4E-A6C5-17185BF4AFCF}" type="presOf" srcId="{603AA604-B835-4AEA-9B55-A7735AF548C9}" destId="{48A40EBA-00A1-7647-AFA4-2972C661434E}" srcOrd="1" destOrd="0" presId="urn:microsoft.com/office/officeart/2008/layout/HalfCircleOrganizationChart"/>
    <dgm:cxn modelId="{EE7126E5-6EFD-4B91-A2D4-17FB6112B5AA}" srcId="{603AA604-B835-4AEA-9B55-A7735AF548C9}" destId="{F983297A-57F2-4ABD-BEBE-DAA24D4A5C0C}" srcOrd="0" destOrd="0" parTransId="{2BB2D9D7-FFBC-425E-AA4E-E4BA0F092313}" sibTransId="{04491527-FCC7-42C7-B150-665F0BBC6EBF}"/>
    <dgm:cxn modelId="{E3AE3AF2-9F41-7C48-987E-D0EE5CBEAC85}" type="presOf" srcId="{B345095F-CA02-4299-942F-2F1751462C6F}" destId="{F400296F-772C-0D46-AFB7-36674AD27B20}" srcOrd="0" destOrd="0" presId="urn:microsoft.com/office/officeart/2008/layout/HalfCircleOrganizationChart"/>
    <dgm:cxn modelId="{0503CDF3-E25F-4D4B-82F0-6D6F26AA216F}" srcId="{603AA604-B835-4AEA-9B55-A7735AF548C9}" destId="{135CEEB1-9B35-4BAF-9C9E-4BD4BE5FEE75}" srcOrd="1" destOrd="0" parTransId="{6518B83B-FED7-48FC-BA5D-EF0DFC521AF3}" sibTransId="{8F86B071-7665-43C3-B00F-B5C8DF232C67}"/>
    <dgm:cxn modelId="{E5ADBB68-EE9A-FA43-9DC2-B951C40512AD}" type="presParOf" srcId="{D57AD49B-A035-B24B-B764-2D2B71EBE54B}" destId="{18091BCA-C030-454F-9E57-2A5CB7B2EAB1}" srcOrd="0" destOrd="0" presId="urn:microsoft.com/office/officeart/2008/layout/HalfCircleOrganizationChart"/>
    <dgm:cxn modelId="{1ED9F48E-EE6B-F64E-9EA4-37477C69F578}" type="presParOf" srcId="{18091BCA-C030-454F-9E57-2A5CB7B2EAB1}" destId="{6D33AF34-E159-DE4B-A599-BA55261EECF4}" srcOrd="0" destOrd="0" presId="urn:microsoft.com/office/officeart/2008/layout/HalfCircleOrganizationChart"/>
    <dgm:cxn modelId="{75D4FC8A-33A7-1946-BF31-CB160175D737}" type="presParOf" srcId="{6D33AF34-E159-DE4B-A599-BA55261EECF4}" destId="{05E27CE6-95C1-DB42-89C0-226D2373741E}" srcOrd="0" destOrd="0" presId="urn:microsoft.com/office/officeart/2008/layout/HalfCircleOrganizationChart"/>
    <dgm:cxn modelId="{A2065EAD-B791-BD4B-986A-919372ED11C4}" type="presParOf" srcId="{6D33AF34-E159-DE4B-A599-BA55261EECF4}" destId="{6194370A-1935-004D-A4B3-843AA29ACCF8}" srcOrd="1" destOrd="0" presId="urn:microsoft.com/office/officeart/2008/layout/HalfCircleOrganizationChart"/>
    <dgm:cxn modelId="{6E5998E9-7B36-B645-BD3A-0E0138C6E835}" type="presParOf" srcId="{6D33AF34-E159-DE4B-A599-BA55261EECF4}" destId="{9A77A139-9575-8241-B032-F3EC895EC7B0}" srcOrd="2" destOrd="0" presId="urn:microsoft.com/office/officeart/2008/layout/HalfCircleOrganizationChart"/>
    <dgm:cxn modelId="{B5C427B2-0DEF-2749-8699-5F927490B71D}" type="presParOf" srcId="{6D33AF34-E159-DE4B-A599-BA55261EECF4}" destId="{48A40EBA-00A1-7647-AFA4-2972C661434E}" srcOrd="3" destOrd="0" presId="urn:microsoft.com/office/officeart/2008/layout/HalfCircleOrganizationChart"/>
    <dgm:cxn modelId="{9665DFE7-D237-5A4C-AC68-02B24BC79C49}" type="presParOf" srcId="{18091BCA-C030-454F-9E57-2A5CB7B2EAB1}" destId="{BD26873B-D33F-E648-9F2C-51727846F23D}" srcOrd="1" destOrd="0" presId="urn:microsoft.com/office/officeart/2008/layout/HalfCircleOrganizationChart"/>
    <dgm:cxn modelId="{BD1ABBC7-7016-4043-AEB3-9A3539001D41}" type="presParOf" srcId="{18091BCA-C030-454F-9E57-2A5CB7B2EAB1}" destId="{ABCC9574-65F6-4847-83EE-ADDE7D1D9D2E}" srcOrd="2" destOrd="0" presId="urn:microsoft.com/office/officeart/2008/layout/HalfCircleOrganizationChart"/>
    <dgm:cxn modelId="{1755C8CF-6D5A-BB40-AA92-7D129C3D2F20}" type="presParOf" srcId="{ABCC9574-65F6-4847-83EE-ADDE7D1D9D2E}" destId="{E5A73F2A-A6D1-9149-BFB2-5E79B52A2BF4}" srcOrd="0" destOrd="0" presId="urn:microsoft.com/office/officeart/2008/layout/HalfCircleOrganizationChart"/>
    <dgm:cxn modelId="{C55FCC94-62BD-D045-AA88-8581D2121E89}" type="presParOf" srcId="{ABCC9574-65F6-4847-83EE-ADDE7D1D9D2E}" destId="{7D74D6C4-836E-244A-9F1F-369A4A3713D5}" srcOrd="1" destOrd="0" presId="urn:microsoft.com/office/officeart/2008/layout/HalfCircleOrganizationChart"/>
    <dgm:cxn modelId="{1F1D6A59-3759-3544-ADAA-CD51FED869C4}" type="presParOf" srcId="{7D74D6C4-836E-244A-9F1F-369A4A3713D5}" destId="{4B2F2580-586B-2B4A-9540-66600C407255}" srcOrd="0" destOrd="0" presId="urn:microsoft.com/office/officeart/2008/layout/HalfCircleOrganizationChart"/>
    <dgm:cxn modelId="{B1164C5B-DEFB-844A-9C4B-BDC6314E72E3}" type="presParOf" srcId="{4B2F2580-586B-2B4A-9540-66600C407255}" destId="{DF1A4491-DAE5-CD4A-926E-D6F78856FE2B}" srcOrd="0" destOrd="0" presId="urn:microsoft.com/office/officeart/2008/layout/HalfCircleOrganizationChart"/>
    <dgm:cxn modelId="{667A026A-25AE-704E-8FEB-26040197EA12}" type="presParOf" srcId="{4B2F2580-586B-2B4A-9540-66600C407255}" destId="{AAB196D2-1202-FD4D-BD40-527365E8D98E}" srcOrd="1" destOrd="0" presId="urn:microsoft.com/office/officeart/2008/layout/HalfCircleOrganizationChart"/>
    <dgm:cxn modelId="{358CA750-3EBE-5242-9751-C02CD64D24D6}" type="presParOf" srcId="{4B2F2580-586B-2B4A-9540-66600C407255}" destId="{59439861-8C0A-F043-BDEA-5145EEB65C2E}" srcOrd="2" destOrd="0" presId="urn:microsoft.com/office/officeart/2008/layout/HalfCircleOrganizationChart"/>
    <dgm:cxn modelId="{D5A628F0-93BB-5D4F-ABB5-2950842667EE}" type="presParOf" srcId="{4B2F2580-586B-2B4A-9540-66600C407255}" destId="{1ED3AB90-9354-4849-A67D-2003BEA0F4E4}" srcOrd="3" destOrd="0" presId="urn:microsoft.com/office/officeart/2008/layout/HalfCircleOrganizationChart"/>
    <dgm:cxn modelId="{E89BCAF4-659E-ED47-AFF2-3A1FB4D31BFD}" type="presParOf" srcId="{7D74D6C4-836E-244A-9F1F-369A4A3713D5}" destId="{FDB7A513-2AF8-8D4C-97D2-B547ABE1A871}" srcOrd="1" destOrd="0" presId="urn:microsoft.com/office/officeart/2008/layout/HalfCircleOrganizationChart"/>
    <dgm:cxn modelId="{10F36484-57E7-2D45-AFAA-B69B3F7F4958}" type="presParOf" srcId="{7D74D6C4-836E-244A-9F1F-369A4A3713D5}" destId="{4C226827-3DFC-9147-9989-87EEE87996B3}" srcOrd="2" destOrd="0" presId="urn:microsoft.com/office/officeart/2008/layout/HalfCircleOrganizationChart"/>
    <dgm:cxn modelId="{D743F4B4-038E-B94D-9863-D3C8A47C90AC}" type="presParOf" srcId="{ABCC9574-65F6-4847-83EE-ADDE7D1D9D2E}" destId="{15ACAB6D-973B-1447-898B-9C5057A09EC4}" srcOrd="2" destOrd="0" presId="urn:microsoft.com/office/officeart/2008/layout/HalfCircleOrganizationChart"/>
    <dgm:cxn modelId="{DFD704C3-80E2-A749-9B90-93737DAAC057}" type="presParOf" srcId="{ABCC9574-65F6-4847-83EE-ADDE7D1D9D2E}" destId="{C0F319F9-F05C-8542-A77A-87176AD80B0A}" srcOrd="3" destOrd="0" presId="urn:microsoft.com/office/officeart/2008/layout/HalfCircleOrganizationChart"/>
    <dgm:cxn modelId="{DDE7E3A4-2185-3F49-83B7-533FD26327A6}" type="presParOf" srcId="{C0F319F9-F05C-8542-A77A-87176AD80B0A}" destId="{F39A86A8-FBAB-2C41-90E8-A893A05815E2}" srcOrd="0" destOrd="0" presId="urn:microsoft.com/office/officeart/2008/layout/HalfCircleOrganizationChart"/>
    <dgm:cxn modelId="{DF3C598D-840A-B54A-A7F6-4A5B78FE65A8}" type="presParOf" srcId="{F39A86A8-FBAB-2C41-90E8-A893A05815E2}" destId="{3C7D3EE2-6460-3941-8498-512F0E40B958}" srcOrd="0" destOrd="0" presId="urn:microsoft.com/office/officeart/2008/layout/HalfCircleOrganizationChart"/>
    <dgm:cxn modelId="{A00F86AE-4E81-184B-9A01-05385E67390D}" type="presParOf" srcId="{F39A86A8-FBAB-2C41-90E8-A893A05815E2}" destId="{8F8ADF66-E462-DC41-AE61-07D6AA05DFA5}" srcOrd="1" destOrd="0" presId="urn:microsoft.com/office/officeart/2008/layout/HalfCircleOrganizationChart"/>
    <dgm:cxn modelId="{3A54B338-ECD9-E547-841D-54D9E57C17E1}" type="presParOf" srcId="{F39A86A8-FBAB-2C41-90E8-A893A05815E2}" destId="{7DB18743-426A-D345-85B7-E50A55F7CC7D}" srcOrd="2" destOrd="0" presId="urn:microsoft.com/office/officeart/2008/layout/HalfCircleOrganizationChart"/>
    <dgm:cxn modelId="{B0D8F075-1CF9-FF45-91B7-05BD8EB5B9BA}" type="presParOf" srcId="{F39A86A8-FBAB-2C41-90E8-A893A05815E2}" destId="{6A416643-A786-5242-B5C0-20CBAFAE168D}" srcOrd="3" destOrd="0" presId="urn:microsoft.com/office/officeart/2008/layout/HalfCircleOrganizationChart"/>
    <dgm:cxn modelId="{82AE23F7-9CEF-9A43-BD22-514548CE2CDA}" type="presParOf" srcId="{C0F319F9-F05C-8542-A77A-87176AD80B0A}" destId="{DC4AFD23-8F19-854F-99B5-CCE7E15BF404}" srcOrd="1" destOrd="0" presId="urn:microsoft.com/office/officeart/2008/layout/HalfCircleOrganizationChart"/>
    <dgm:cxn modelId="{4CE8046F-A9FE-D347-BB8E-A369D756D848}" type="presParOf" srcId="{C0F319F9-F05C-8542-A77A-87176AD80B0A}" destId="{5ECA1156-0BFE-9842-8C8C-5095FDD98D79}" srcOrd="2" destOrd="0" presId="urn:microsoft.com/office/officeart/2008/layout/HalfCircleOrganizationChart"/>
    <dgm:cxn modelId="{EA0A0EB5-B118-B149-912B-AD622F1932F5}" type="presParOf" srcId="{5ECA1156-0BFE-9842-8C8C-5095FDD98D79}" destId="{A5DD4793-BCE0-8740-91F9-9B0C65EC3CB2}" srcOrd="0" destOrd="0" presId="urn:microsoft.com/office/officeart/2008/layout/HalfCircleOrganizationChart"/>
    <dgm:cxn modelId="{F9594239-1FF4-514F-8455-C8F46565D7B8}" type="presParOf" srcId="{5ECA1156-0BFE-9842-8C8C-5095FDD98D79}" destId="{4FE3D6C0-4099-244C-9852-882582564A7A}" srcOrd="1" destOrd="0" presId="urn:microsoft.com/office/officeart/2008/layout/HalfCircleOrganizationChart"/>
    <dgm:cxn modelId="{0236180C-4C23-5D4F-BA76-A22F05335E21}" type="presParOf" srcId="{4FE3D6C0-4099-244C-9852-882582564A7A}" destId="{C93F8E27-C682-F64B-9227-E22D1FFEC06B}" srcOrd="0" destOrd="0" presId="urn:microsoft.com/office/officeart/2008/layout/HalfCircleOrganizationChart"/>
    <dgm:cxn modelId="{6EA5332F-0625-364A-8F40-4C2403761F60}" type="presParOf" srcId="{C93F8E27-C682-F64B-9227-E22D1FFEC06B}" destId="{E3A32EC8-316F-904D-8CA1-7E43D3D1814A}" srcOrd="0" destOrd="0" presId="urn:microsoft.com/office/officeart/2008/layout/HalfCircleOrganizationChart"/>
    <dgm:cxn modelId="{FA96EAF6-5B54-3C4B-907D-F0A6CBDBD7B3}" type="presParOf" srcId="{C93F8E27-C682-F64B-9227-E22D1FFEC06B}" destId="{4C687F67-C10A-144F-B534-0DC999815300}" srcOrd="1" destOrd="0" presId="urn:microsoft.com/office/officeart/2008/layout/HalfCircleOrganizationChart"/>
    <dgm:cxn modelId="{1FE50B32-CB4E-734F-82EE-DE6B1B0C68FA}" type="presParOf" srcId="{C93F8E27-C682-F64B-9227-E22D1FFEC06B}" destId="{07418139-B889-BF4B-BAD4-E69296D0020D}" srcOrd="2" destOrd="0" presId="urn:microsoft.com/office/officeart/2008/layout/HalfCircleOrganizationChart"/>
    <dgm:cxn modelId="{0711DD79-0A76-0848-A679-1963D50CA4BB}" type="presParOf" srcId="{C93F8E27-C682-F64B-9227-E22D1FFEC06B}" destId="{77A53034-AA1B-B74F-BAD2-26DED82DB998}" srcOrd="3" destOrd="0" presId="urn:microsoft.com/office/officeart/2008/layout/HalfCircleOrganizationChart"/>
    <dgm:cxn modelId="{6123BD3E-EDE1-0241-871E-5CB07B2A08F5}" type="presParOf" srcId="{4FE3D6C0-4099-244C-9852-882582564A7A}" destId="{0D200DC9-6E25-1B40-840A-2EFEDCF7EF6F}" srcOrd="1" destOrd="0" presId="urn:microsoft.com/office/officeart/2008/layout/HalfCircleOrganizationChart"/>
    <dgm:cxn modelId="{56186944-9395-C141-B9CC-EAA4840A17EE}" type="presParOf" srcId="{4FE3D6C0-4099-244C-9852-882582564A7A}" destId="{2B7A6BC0-51D3-5D4F-8157-C78ADE83ED72}" srcOrd="2" destOrd="0" presId="urn:microsoft.com/office/officeart/2008/layout/HalfCircleOrganizationChart"/>
    <dgm:cxn modelId="{77A7CB20-64EE-7E46-A061-AD4786B2A05D}" type="presParOf" srcId="{5ECA1156-0BFE-9842-8C8C-5095FDD98D79}" destId="{4E968121-5528-1F4B-989C-ECC1ACBE2820}" srcOrd="2" destOrd="0" presId="urn:microsoft.com/office/officeart/2008/layout/HalfCircleOrganizationChart"/>
    <dgm:cxn modelId="{8F179B07-F49E-2D4A-9055-8FB0C942DC45}" type="presParOf" srcId="{5ECA1156-0BFE-9842-8C8C-5095FDD98D79}" destId="{69EC4BA6-25CB-DD4A-981D-6C69F609679A}" srcOrd="3" destOrd="0" presId="urn:microsoft.com/office/officeart/2008/layout/HalfCircleOrganizationChart"/>
    <dgm:cxn modelId="{03213EB6-77AC-8E44-800A-7C31F402FB4F}" type="presParOf" srcId="{69EC4BA6-25CB-DD4A-981D-6C69F609679A}" destId="{8FED8093-66EA-DE4C-BC3D-DF441554EAD5}" srcOrd="0" destOrd="0" presId="urn:microsoft.com/office/officeart/2008/layout/HalfCircleOrganizationChart"/>
    <dgm:cxn modelId="{6E3A80EF-FDBB-D747-88AF-0D49AE4D27B4}" type="presParOf" srcId="{8FED8093-66EA-DE4C-BC3D-DF441554EAD5}" destId="{225C8836-54EC-8742-A4C8-D9C0383DDEE8}" srcOrd="0" destOrd="0" presId="urn:microsoft.com/office/officeart/2008/layout/HalfCircleOrganizationChart"/>
    <dgm:cxn modelId="{E19BBB7A-B894-1B40-BDEF-8C96611B7F39}" type="presParOf" srcId="{8FED8093-66EA-DE4C-BC3D-DF441554EAD5}" destId="{82BAFBCE-BEEF-FD49-85C2-3B8C96A0D575}" srcOrd="1" destOrd="0" presId="urn:microsoft.com/office/officeart/2008/layout/HalfCircleOrganizationChart"/>
    <dgm:cxn modelId="{0391510B-7481-D348-A3A1-322F0A282F15}" type="presParOf" srcId="{8FED8093-66EA-DE4C-BC3D-DF441554EAD5}" destId="{DDBBE864-E705-F044-96A5-B47E8F558AC1}" srcOrd="2" destOrd="0" presId="urn:microsoft.com/office/officeart/2008/layout/HalfCircleOrganizationChart"/>
    <dgm:cxn modelId="{D6B8600C-9AB5-4840-A457-F4287C92BF73}" type="presParOf" srcId="{8FED8093-66EA-DE4C-BC3D-DF441554EAD5}" destId="{8F32C9D8-AE35-304C-BC7D-F782B63CF696}" srcOrd="3" destOrd="0" presId="urn:microsoft.com/office/officeart/2008/layout/HalfCircleOrganizationChart"/>
    <dgm:cxn modelId="{79120787-6DCF-B74D-86AE-962478DF040B}" type="presParOf" srcId="{69EC4BA6-25CB-DD4A-981D-6C69F609679A}" destId="{C4D9E556-C115-654E-9353-B6A6ECDCE683}" srcOrd="1" destOrd="0" presId="urn:microsoft.com/office/officeart/2008/layout/HalfCircleOrganizationChart"/>
    <dgm:cxn modelId="{49AAF7DC-1380-0445-8504-C5CFF6242787}" type="presParOf" srcId="{69EC4BA6-25CB-DD4A-981D-6C69F609679A}" destId="{35E7FE7B-E840-9E4F-90BD-E5D93A3CF197}" srcOrd="2" destOrd="0" presId="urn:microsoft.com/office/officeart/2008/layout/HalfCircleOrganizationChart"/>
    <dgm:cxn modelId="{EADA900E-39AB-1F49-8951-6EA288C99253}" type="presParOf" srcId="{ABCC9574-65F6-4847-83EE-ADDE7D1D9D2E}" destId="{F400296F-772C-0D46-AFB7-36674AD27B20}" srcOrd="4" destOrd="0" presId="urn:microsoft.com/office/officeart/2008/layout/HalfCircleOrganizationChart"/>
    <dgm:cxn modelId="{FB6C3FB3-FFF0-BC43-A179-D84C86DE5AAE}" type="presParOf" srcId="{ABCC9574-65F6-4847-83EE-ADDE7D1D9D2E}" destId="{0BB55814-7D02-6C4E-9572-807A6EC6A38E}" srcOrd="5" destOrd="0" presId="urn:microsoft.com/office/officeart/2008/layout/HalfCircleOrganizationChart"/>
    <dgm:cxn modelId="{F5689961-09FE-2E4A-92D1-7A739FCD585B}" type="presParOf" srcId="{0BB55814-7D02-6C4E-9572-807A6EC6A38E}" destId="{380DB8B6-49C0-A345-946E-428208EDC9E4}" srcOrd="0" destOrd="0" presId="urn:microsoft.com/office/officeart/2008/layout/HalfCircleOrganizationChart"/>
    <dgm:cxn modelId="{3FFC02F7-7CAC-2B49-A4AE-EE974DF32311}" type="presParOf" srcId="{380DB8B6-49C0-A345-946E-428208EDC9E4}" destId="{FD1363AD-7A49-224B-B5FC-8FFF088B641B}" srcOrd="0" destOrd="0" presId="urn:microsoft.com/office/officeart/2008/layout/HalfCircleOrganizationChart"/>
    <dgm:cxn modelId="{85B8AB59-0CB7-C943-8B9F-669B1C84B2A8}" type="presParOf" srcId="{380DB8B6-49C0-A345-946E-428208EDC9E4}" destId="{ADC4AAE1-49E9-634F-BA91-FD4BF1CEDBC9}" srcOrd="1" destOrd="0" presId="urn:microsoft.com/office/officeart/2008/layout/HalfCircleOrganizationChart"/>
    <dgm:cxn modelId="{EC49AC38-8A4E-1B4A-AEEE-14BE0CFFE42C}" type="presParOf" srcId="{380DB8B6-49C0-A345-946E-428208EDC9E4}" destId="{6ABA0366-AD86-754E-B660-1DADB75F40E9}" srcOrd="2" destOrd="0" presId="urn:microsoft.com/office/officeart/2008/layout/HalfCircleOrganizationChart"/>
    <dgm:cxn modelId="{509541D1-E7A3-324F-B6C6-11FB0F34B5DD}" type="presParOf" srcId="{380DB8B6-49C0-A345-946E-428208EDC9E4}" destId="{EF5E145F-0358-8141-83BE-46B8CCE8421F}" srcOrd="3" destOrd="0" presId="urn:microsoft.com/office/officeart/2008/layout/HalfCircleOrganizationChart"/>
    <dgm:cxn modelId="{75FE8AC2-6A9D-964D-A35D-F29BCDC92C8A}" type="presParOf" srcId="{0BB55814-7D02-6C4E-9572-807A6EC6A38E}" destId="{AE4140A9-A927-3149-90D0-1D37D72A33CD}" srcOrd="1" destOrd="0" presId="urn:microsoft.com/office/officeart/2008/layout/HalfCircleOrganizationChart"/>
    <dgm:cxn modelId="{5F81626C-C28C-1241-B94F-E85380C5EDC8}" type="presParOf" srcId="{0BB55814-7D02-6C4E-9572-807A6EC6A38E}" destId="{DE67367B-672D-2647-919C-5D22B536A03E}" srcOrd="2" destOrd="0" presId="urn:microsoft.com/office/officeart/2008/layout/HalfCircleOrganizationChart"/>
  </dgm:cxnLst>
  <dgm:bg>
    <a:noFill/>
  </dgm:bg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F400296F-772C-0D46-AFB7-36674AD27B20}">
      <dsp:nvSpPr>
        <dsp:cNvPr id="0" name=""/>
        <dsp:cNvSpPr/>
      </dsp:nvSpPr>
      <dsp:spPr>
        <a:xfrm>
          <a:off x="2212871" y="751215"/>
          <a:ext cx="623128" cy="2582604"/>
        </a:xfrm>
        <a:custGeom>
          <a:avLst/>
          <a:gdLst/>
          <a:ahLst/>
          <a:cxnLst/>
          <a:rect l="0" t="0" r="0" b="0"/>
          <a:pathLst>
            <a:path>
              <a:moveTo>
                <a:pt x="623128" y="0"/>
              </a:moveTo>
              <a:lnTo>
                <a:pt x="623128" y="2582604"/>
              </a:lnTo>
              <a:lnTo>
                <a:pt x="0" y="2582604"/>
              </a:lnTo>
            </a:path>
          </a:pathLst>
        </a:custGeom>
        <a:noFill/>
        <a:ln w="25400" cap="flat" cmpd="sng" algn="ctr">
          <a:solidFill>
            <a:schemeClr val="accent6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4E968121-5528-1F4B-989C-ECC1ACBE2820}">
      <dsp:nvSpPr>
        <dsp:cNvPr id="0" name=""/>
        <dsp:cNvSpPr/>
      </dsp:nvSpPr>
      <dsp:spPr>
        <a:xfrm>
          <a:off x="4652832" y="1817290"/>
          <a:ext cx="623128" cy="450454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450454"/>
              </a:lnTo>
              <a:lnTo>
                <a:pt x="623128" y="450454"/>
              </a:lnTo>
            </a:path>
          </a:pathLst>
        </a:custGeom>
        <a:noFill/>
        <a:ln w="254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A5DD4793-BCE0-8740-91F9-9B0C65EC3CB2}">
      <dsp:nvSpPr>
        <dsp:cNvPr id="0" name=""/>
        <dsp:cNvSpPr/>
      </dsp:nvSpPr>
      <dsp:spPr>
        <a:xfrm>
          <a:off x="4029703" y="1817290"/>
          <a:ext cx="623128" cy="450454"/>
        </a:xfrm>
        <a:custGeom>
          <a:avLst/>
          <a:gdLst/>
          <a:ahLst/>
          <a:cxnLst/>
          <a:rect l="0" t="0" r="0" b="0"/>
          <a:pathLst>
            <a:path>
              <a:moveTo>
                <a:pt x="623128" y="0"/>
              </a:moveTo>
              <a:lnTo>
                <a:pt x="623128" y="450454"/>
              </a:lnTo>
              <a:lnTo>
                <a:pt x="0" y="450454"/>
              </a:lnTo>
            </a:path>
          </a:pathLst>
        </a:custGeom>
        <a:noFill/>
        <a:ln w="254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15ACAB6D-973B-1447-898B-9C5057A09EC4}">
      <dsp:nvSpPr>
        <dsp:cNvPr id="0" name=""/>
        <dsp:cNvSpPr/>
      </dsp:nvSpPr>
      <dsp:spPr>
        <a:xfrm>
          <a:off x="2835999" y="751215"/>
          <a:ext cx="1531544" cy="450454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450454"/>
              </a:lnTo>
              <a:lnTo>
                <a:pt x="1531544" y="450454"/>
              </a:lnTo>
            </a:path>
          </a:pathLst>
        </a:custGeom>
        <a:noFill/>
        <a:ln w="25400" cap="flat" cmpd="sng" algn="ctr">
          <a:solidFill>
            <a:schemeClr val="accent6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E5A73F2A-A6D1-9149-BFB2-5E79B52A2BF4}">
      <dsp:nvSpPr>
        <dsp:cNvPr id="0" name=""/>
        <dsp:cNvSpPr/>
      </dsp:nvSpPr>
      <dsp:spPr>
        <a:xfrm>
          <a:off x="2212871" y="751215"/>
          <a:ext cx="623128" cy="450454"/>
        </a:xfrm>
        <a:custGeom>
          <a:avLst/>
          <a:gdLst/>
          <a:ahLst/>
          <a:cxnLst/>
          <a:rect l="0" t="0" r="0" b="0"/>
          <a:pathLst>
            <a:path>
              <a:moveTo>
                <a:pt x="623128" y="0"/>
              </a:moveTo>
              <a:lnTo>
                <a:pt x="623128" y="450454"/>
              </a:lnTo>
              <a:lnTo>
                <a:pt x="0" y="450454"/>
              </a:lnTo>
            </a:path>
          </a:pathLst>
        </a:custGeom>
        <a:noFill/>
        <a:ln w="25400" cap="flat" cmpd="sng" algn="ctr">
          <a:solidFill>
            <a:schemeClr val="accent6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6194370A-1935-004D-A4B3-843AA29ACCF8}">
      <dsp:nvSpPr>
        <dsp:cNvPr id="0" name=""/>
        <dsp:cNvSpPr/>
      </dsp:nvSpPr>
      <dsp:spPr>
        <a:xfrm>
          <a:off x="2460621" y="457"/>
          <a:ext cx="750757" cy="750757"/>
        </a:xfrm>
        <a:prstGeom prst="arc">
          <a:avLst>
            <a:gd name="adj1" fmla="val 13200000"/>
            <a:gd name="adj2" fmla="val 19200000"/>
          </a:avLst>
        </a:prstGeom>
        <a:noFill/>
        <a:ln w="25400" cap="flat" cmpd="sng" algn="ctr">
          <a:solidFill>
            <a:schemeClr val="accent5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9A77A139-9575-8241-B032-F3EC895EC7B0}">
      <dsp:nvSpPr>
        <dsp:cNvPr id="0" name=""/>
        <dsp:cNvSpPr/>
      </dsp:nvSpPr>
      <dsp:spPr>
        <a:xfrm>
          <a:off x="2460621" y="457"/>
          <a:ext cx="750757" cy="750757"/>
        </a:xfrm>
        <a:prstGeom prst="arc">
          <a:avLst>
            <a:gd name="adj1" fmla="val 2400000"/>
            <a:gd name="adj2" fmla="val 8400000"/>
          </a:avLst>
        </a:prstGeom>
        <a:noFill/>
        <a:ln w="25400" cap="flat" cmpd="sng" algn="ctr">
          <a:solidFill>
            <a:schemeClr val="accent5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05E27CE6-95C1-DB42-89C0-226D2373741E}">
      <dsp:nvSpPr>
        <dsp:cNvPr id="0" name=""/>
        <dsp:cNvSpPr/>
      </dsp:nvSpPr>
      <dsp:spPr>
        <a:xfrm>
          <a:off x="2085242" y="135594"/>
          <a:ext cx="1501514" cy="480484"/>
        </a:xfrm>
        <a:prstGeom prst="rect">
          <a:avLst/>
        </a:prstGeom>
        <a:noFill/>
        <a:ln w="25400" cap="flat" cmpd="sng" algn="ctr">
          <a:noFill/>
          <a:prstDash val="solid"/>
        </a:ln>
        <a:effectLst/>
        <a:sp3d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7145" tIns="17145" rIns="17145" bIns="17145" numCol="1" spcCol="1270" anchor="ctr" anchorCtr="0">
          <a:noAutofit/>
        </a:bodyPr>
        <a:lstStyle/>
        <a:p>
          <a:pPr marL="0" lvl="0" indent="0" algn="ctr" defTabSz="12001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2700" kern="1200" dirty="0"/>
            <a:t>Vehicle</a:t>
          </a:r>
        </a:p>
      </dsp:txBody>
      <dsp:txXfrm>
        <a:off x="2085242" y="135594"/>
        <a:ext cx="1501514" cy="480484"/>
      </dsp:txXfrm>
    </dsp:sp>
    <dsp:sp modelId="{AAB196D2-1202-FD4D-BD40-527365E8D98E}">
      <dsp:nvSpPr>
        <dsp:cNvPr id="0" name=""/>
        <dsp:cNvSpPr/>
      </dsp:nvSpPr>
      <dsp:spPr>
        <a:xfrm>
          <a:off x="1552204" y="1066533"/>
          <a:ext cx="750757" cy="750757"/>
        </a:xfrm>
        <a:prstGeom prst="arc">
          <a:avLst>
            <a:gd name="adj1" fmla="val 13200000"/>
            <a:gd name="adj2" fmla="val 19200000"/>
          </a:avLst>
        </a:prstGeom>
        <a:noFill/>
        <a:ln w="25400" cap="flat" cmpd="sng" algn="ctr">
          <a:solidFill>
            <a:schemeClr val="accent5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59439861-8C0A-F043-BDEA-5145EEB65C2E}">
      <dsp:nvSpPr>
        <dsp:cNvPr id="0" name=""/>
        <dsp:cNvSpPr/>
      </dsp:nvSpPr>
      <dsp:spPr>
        <a:xfrm>
          <a:off x="1552204" y="1066533"/>
          <a:ext cx="750757" cy="750757"/>
        </a:xfrm>
        <a:prstGeom prst="arc">
          <a:avLst>
            <a:gd name="adj1" fmla="val 2400000"/>
            <a:gd name="adj2" fmla="val 8400000"/>
          </a:avLst>
        </a:prstGeom>
        <a:noFill/>
        <a:ln w="25400" cap="flat" cmpd="sng" algn="ctr">
          <a:solidFill>
            <a:schemeClr val="accent5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DF1A4491-DAE5-CD4A-926E-D6F78856FE2B}">
      <dsp:nvSpPr>
        <dsp:cNvPr id="0" name=""/>
        <dsp:cNvSpPr/>
      </dsp:nvSpPr>
      <dsp:spPr>
        <a:xfrm>
          <a:off x="1176826" y="1201669"/>
          <a:ext cx="1501514" cy="480484"/>
        </a:xfrm>
        <a:prstGeom prst="rect">
          <a:avLst/>
        </a:prstGeom>
        <a:noFill/>
        <a:ln w="25400" cap="flat" cmpd="sng" algn="ctr">
          <a:noFill/>
          <a:prstDash val="solid"/>
        </a:ln>
        <a:effectLst/>
        <a:sp3d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7145" tIns="17145" rIns="17145" bIns="17145" numCol="1" spcCol="1270" anchor="ctr" anchorCtr="0">
          <a:noAutofit/>
        </a:bodyPr>
        <a:lstStyle/>
        <a:p>
          <a:pPr marL="0" lvl="0" indent="0" algn="ctr" defTabSz="12001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2700" kern="1200" dirty="0"/>
            <a:t>Motorbike</a:t>
          </a:r>
        </a:p>
      </dsp:txBody>
      <dsp:txXfrm>
        <a:off x="1176826" y="1201669"/>
        <a:ext cx="1501514" cy="480484"/>
      </dsp:txXfrm>
    </dsp:sp>
    <dsp:sp modelId="{8F8ADF66-E462-DC41-AE61-07D6AA05DFA5}">
      <dsp:nvSpPr>
        <dsp:cNvPr id="0" name=""/>
        <dsp:cNvSpPr/>
      </dsp:nvSpPr>
      <dsp:spPr>
        <a:xfrm>
          <a:off x="4277453" y="1066533"/>
          <a:ext cx="750757" cy="750757"/>
        </a:xfrm>
        <a:prstGeom prst="arc">
          <a:avLst>
            <a:gd name="adj1" fmla="val 13200000"/>
            <a:gd name="adj2" fmla="val 19200000"/>
          </a:avLst>
        </a:prstGeom>
        <a:noFill/>
        <a:ln w="25400" cap="flat" cmpd="sng" algn="ctr">
          <a:solidFill>
            <a:schemeClr val="accent5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7DB18743-426A-D345-85B7-E50A55F7CC7D}">
      <dsp:nvSpPr>
        <dsp:cNvPr id="0" name=""/>
        <dsp:cNvSpPr/>
      </dsp:nvSpPr>
      <dsp:spPr>
        <a:xfrm>
          <a:off x="4277453" y="1066533"/>
          <a:ext cx="750757" cy="750757"/>
        </a:xfrm>
        <a:prstGeom prst="arc">
          <a:avLst>
            <a:gd name="adj1" fmla="val 2400000"/>
            <a:gd name="adj2" fmla="val 8400000"/>
          </a:avLst>
        </a:prstGeom>
        <a:noFill/>
        <a:ln w="25400" cap="flat" cmpd="sng" algn="ctr">
          <a:solidFill>
            <a:schemeClr val="accent5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3C7D3EE2-6460-3941-8498-512F0E40B958}">
      <dsp:nvSpPr>
        <dsp:cNvPr id="0" name=""/>
        <dsp:cNvSpPr/>
      </dsp:nvSpPr>
      <dsp:spPr>
        <a:xfrm>
          <a:off x="3902075" y="1201669"/>
          <a:ext cx="1501514" cy="480484"/>
        </a:xfrm>
        <a:prstGeom prst="rect">
          <a:avLst/>
        </a:prstGeom>
        <a:noFill/>
        <a:ln w="25400" cap="flat" cmpd="sng" algn="ctr">
          <a:noFill/>
          <a:prstDash val="solid"/>
        </a:ln>
        <a:effectLst/>
        <a:sp3d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7145" tIns="17145" rIns="17145" bIns="17145" numCol="1" spcCol="1270" anchor="ctr" anchorCtr="0">
          <a:noAutofit/>
        </a:bodyPr>
        <a:lstStyle/>
        <a:p>
          <a:pPr marL="0" lvl="0" indent="0" algn="ctr" defTabSz="12001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2700" kern="1200" dirty="0"/>
            <a:t>Car</a:t>
          </a:r>
        </a:p>
      </dsp:txBody>
      <dsp:txXfrm>
        <a:off x="3902075" y="1201669"/>
        <a:ext cx="1501514" cy="480484"/>
      </dsp:txXfrm>
    </dsp:sp>
    <dsp:sp modelId="{4C687F67-C10A-144F-B534-0DC999815300}">
      <dsp:nvSpPr>
        <dsp:cNvPr id="0" name=""/>
        <dsp:cNvSpPr/>
      </dsp:nvSpPr>
      <dsp:spPr>
        <a:xfrm>
          <a:off x="3369037" y="2132608"/>
          <a:ext cx="750757" cy="750757"/>
        </a:xfrm>
        <a:prstGeom prst="arc">
          <a:avLst>
            <a:gd name="adj1" fmla="val 13200000"/>
            <a:gd name="adj2" fmla="val 19200000"/>
          </a:avLst>
        </a:prstGeom>
        <a:noFill/>
        <a:ln w="25400" cap="flat" cmpd="sng" algn="ctr">
          <a:solidFill>
            <a:schemeClr val="accent5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07418139-B889-BF4B-BAD4-E69296D0020D}">
      <dsp:nvSpPr>
        <dsp:cNvPr id="0" name=""/>
        <dsp:cNvSpPr/>
      </dsp:nvSpPr>
      <dsp:spPr>
        <a:xfrm>
          <a:off x="3369037" y="2132608"/>
          <a:ext cx="750757" cy="750757"/>
        </a:xfrm>
        <a:prstGeom prst="arc">
          <a:avLst>
            <a:gd name="adj1" fmla="val 2400000"/>
            <a:gd name="adj2" fmla="val 8400000"/>
          </a:avLst>
        </a:prstGeom>
        <a:noFill/>
        <a:ln w="25400" cap="flat" cmpd="sng" algn="ctr">
          <a:solidFill>
            <a:schemeClr val="accent5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E3A32EC8-316F-904D-8CA1-7E43D3D1814A}">
      <dsp:nvSpPr>
        <dsp:cNvPr id="0" name=""/>
        <dsp:cNvSpPr/>
      </dsp:nvSpPr>
      <dsp:spPr>
        <a:xfrm>
          <a:off x="2993658" y="2267744"/>
          <a:ext cx="1501514" cy="480484"/>
        </a:xfrm>
        <a:prstGeom prst="rect">
          <a:avLst/>
        </a:prstGeom>
        <a:noFill/>
        <a:ln w="25400" cap="flat" cmpd="sng" algn="ctr">
          <a:noFill/>
          <a:prstDash val="solid"/>
        </a:ln>
        <a:effectLst/>
        <a:sp3d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7145" tIns="17145" rIns="17145" bIns="17145" numCol="1" spcCol="1270" anchor="ctr" anchorCtr="0">
          <a:noAutofit/>
        </a:bodyPr>
        <a:lstStyle/>
        <a:p>
          <a:pPr marL="0" lvl="0" indent="0" algn="ctr" defTabSz="12001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2700" kern="1200" dirty="0"/>
            <a:t>Saloon</a:t>
          </a:r>
        </a:p>
      </dsp:txBody>
      <dsp:txXfrm>
        <a:off x="2993658" y="2267744"/>
        <a:ext cx="1501514" cy="480484"/>
      </dsp:txXfrm>
    </dsp:sp>
    <dsp:sp modelId="{82BAFBCE-BEEF-FD49-85C2-3B8C96A0D575}">
      <dsp:nvSpPr>
        <dsp:cNvPr id="0" name=""/>
        <dsp:cNvSpPr/>
      </dsp:nvSpPr>
      <dsp:spPr>
        <a:xfrm>
          <a:off x="5185869" y="2132608"/>
          <a:ext cx="750757" cy="750757"/>
        </a:xfrm>
        <a:prstGeom prst="arc">
          <a:avLst>
            <a:gd name="adj1" fmla="val 13200000"/>
            <a:gd name="adj2" fmla="val 19200000"/>
          </a:avLst>
        </a:prstGeom>
        <a:noFill/>
        <a:ln w="25400" cap="flat" cmpd="sng" algn="ctr">
          <a:solidFill>
            <a:schemeClr val="accent5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DDBBE864-E705-F044-96A5-B47E8F558AC1}">
      <dsp:nvSpPr>
        <dsp:cNvPr id="0" name=""/>
        <dsp:cNvSpPr/>
      </dsp:nvSpPr>
      <dsp:spPr>
        <a:xfrm>
          <a:off x="5185869" y="2132608"/>
          <a:ext cx="750757" cy="750757"/>
        </a:xfrm>
        <a:prstGeom prst="arc">
          <a:avLst>
            <a:gd name="adj1" fmla="val 2400000"/>
            <a:gd name="adj2" fmla="val 8400000"/>
          </a:avLst>
        </a:prstGeom>
        <a:noFill/>
        <a:ln w="25400" cap="flat" cmpd="sng" algn="ctr">
          <a:solidFill>
            <a:schemeClr val="accent5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225C8836-54EC-8742-A4C8-D9C0383DDEE8}">
      <dsp:nvSpPr>
        <dsp:cNvPr id="0" name=""/>
        <dsp:cNvSpPr/>
      </dsp:nvSpPr>
      <dsp:spPr>
        <a:xfrm>
          <a:off x="4810491" y="2267744"/>
          <a:ext cx="1501514" cy="480484"/>
        </a:xfrm>
        <a:prstGeom prst="rect">
          <a:avLst/>
        </a:prstGeom>
        <a:noFill/>
        <a:ln w="25400" cap="flat" cmpd="sng" algn="ctr">
          <a:noFill/>
          <a:prstDash val="solid"/>
        </a:ln>
        <a:effectLst/>
        <a:sp3d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7145" tIns="17145" rIns="17145" bIns="17145" numCol="1" spcCol="1270" anchor="ctr" anchorCtr="0">
          <a:noAutofit/>
        </a:bodyPr>
        <a:lstStyle/>
        <a:p>
          <a:pPr marL="0" lvl="0" indent="0" algn="ctr" defTabSz="12001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2700" kern="1200" dirty="0"/>
            <a:t>MPV</a:t>
          </a:r>
        </a:p>
      </dsp:txBody>
      <dsp:txXfrm>
        <a:off x="4810491" y="2267744"/>
        <a:ext cx="1501514" cy="480484"/>
      </dsp:txXfrm>
    </dsp:sp>
    <dsp:sp modelId="{ADC4AAE1-49E9-634F-BA91-FD4BF1CEDBC9}">
      <dsp:nvSpPr>
        <dsp:cNvPr id="0" name=""/>
        <dsp:cNvSpPr/>
      </dsp:nvSpPr>
      <dsp:spPr>
        <a:xfrm>
          <a:off x="1552204" y="3198683"/>
          <a:ext cx="750757" cy="750757"/>
        </a:xfrm>
        <a:prstGeom prst="arc">
          <a:avLst>
            <a:gd name="adj1" fmla="val 13200000"/>
            <a:gd name="adj2" fmla="val 19200000"/>
          </a:avLst>
        </a:prstGeom>
        <a:noFill/>
        <a:ln w="25400" cap="flat" cmpd="sng" algn="ctr">
          <a:solidFill>
            <a:schemeClr val="accent5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6ABA0366-AD86-754E-B660-1DADB75F40E9}">
      <dsp:nvSpPr>
        <dsp:cNvPr id="0" name=""/>
        <dsp:cNvSpPr/>
      </dsp:nvSpPr>
      <dsp:spPr>
        <a:xfrm>
          <a:off x="1552204" y="3198683"/>
          <a:ext cx="750757" cy="750757"/>
        </a:xfrm>
        <a:prstGeom prst="arc">
          <a:avLst>
            <a:gd name="adj1" fmla="val 2400000"/>
            <a:gd name="adj2" fmla="val 8400000"/>
          </a:avLst>
        </a:prstGeom>
        <a:noFill/>
        <a:ln w="25400" cap="flat" cmpd="sng" algn="ctr">
          <a:solidFill>
            <a:schemeClr val="accent5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FD1363AD-7A49-224B-B5FC-8FFF088B641B}">
      <dsp:nvSpPr>
        <dsp:cNvPr id="0" name=""/>
        <dsp:cNvSpPr/>
      </dsp:nvSpPr>
      <dsp:spPr>
        <a:xfrm>
          <a:off x="1176826" y="3333820"/>
          <a:ext cx="1501514" cy="480484"/>
        </a:xfrm>
        <a:prstGeom prst="rect">
          <a:avLst/>
        </a:prstGeom>
        <a:noFill/>
        <a:ln w="25400" cap="flat" cmpd="sng" algn="ctr">
          <a:noFill/>
          <a:prstDash val="solid"/>
        </a:ln>
        <a:effectLst/>
        <a:sp3d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7145" tIns="17145" rIns="17145" bIns="17145" numCol="1" spcCol="1270" anchor="ctr" anchorCtr="0">
          <a:noAutofit/>
        </a:bodyPr>
        <a:lstStyle/>
        <a:p>
          <a:pPr marL="0" lvl="0" indent="0" algn="ctr" defTabSz="12001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2700" kern="1200" dirty="0"/>
            <a:t>Truck</a:t>
          </a:r>
        </a:p>
      </dsp:txBody>
      <dsp:txXfrm>
        <a:off x="1176826" y="3333820"/>
        <a:ext cx="1501514" cy="480484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8/layout/HalfCircleOrganizationChart">
  <dgm:title val=""/>
  <dgm:desc val=""/>
  <dgm:catLst>
    <dgm:cat type="hierarchy" pri="1500"/>
  </dgm:catLst>
  <dgm:sampData>
    <dgm:dataModel>
      <dgm:ptLst>
        <dgm:pt modelId="0" type="doc"/>
        <dgm:pt modelId="1">
          <dgm:prSet phldr="1"/>
        </dgm:pt>
        <dgm:pt modelId="11" type="asst">
          <dgm:prSet phldr="1"/>
        </dgm:pt>
        <dgm:pt modelId="12">
          <dgm:prSet phldr="1"/>
        </dgm:pt>
        <dgm:pt modelId="13">
          <dgm:prSet phldr="1"/>
        </dgm:pt>
        <dgm:pt modelId="14">
          <dgm:prSet phldr="1"/>
        </dgm:pt>
      </dgm:ptLst>
      <dgm:cxnLst>
        <dgm:cxn modelId="2" srcId="0" destId="1" srcOrd="0" destOrd="0"/>
        <dgm:cxn modelId="15" srcId="1" destId="11" srcOrd="0" destOrd="0"/>
        <dgm:cxn modelId="16" srcId="1" destId="12" srcOrd="1" destOrd="0"/>
        <dgm:cxn modelId="17" srcId="1" destId="13" srcOrd="2" destOrd="0"/>
        <dgm:cxn modelId="18" srcId="1" destId="14" srcOrd="2" destOrd="0"/>
      </dgm:cxnLst>
      <dgm:bg/>
      <dgm:whole/>
    </dgm:dataModel>
  </dgm:sampData>
  <dgm:style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</dgm:cxnLst>
      <dgm:bg/>
      <dgm:whole/>
    </dgm:dataModel>
  </dgm:styleData>
  <dgm:clrData>
    <dgm:dataModel>
      <dgm:ptLst>
        <dgm:pt modelId="0" type="doc"/>
        <dgm:pt modelId="1">
          <dgm:prSet phldr="1"/>
        </dgm:pt>
        <dgm:pt modelId="11" type="asst">
          <dgm:prSet phldr="1"/>
        </dgm:pt>
        <dgm:pt modelId="12">
          <dgm:prSet phldr="1"/>
        </dgm:pt>
        <dgm:pt modelId="13">
          <dgm:prSet phldr="1"/>
        </dgm:pt>
        <dgm:pt modelId="14">
          <dgm:prSet phldr="1"/>
        </dgm:pt>
      </dgm:ptLst>
      <dgm:cxnLst>
        <dgm:cxn modelId="2" srcId="0" destId="1" srcOrd="0" destOrd="0"/>
        <dgm:cxn modelId="15" srcId="1" destId="11" srcOrd="0" destOrd="0"/>
        <dgm:cxn modelId="16" srcId="1" destId="12" srcOrd="1" destOrd="0"/>
        <dgm:cxn modelId="17" srcId="1" destId="13" srcOrd="2" destOrd="0"/>
        <dgm:cxn modelId="18" srcId="1" destId="14" srcOrd="2" destOrd="0"/>
      </dgm:cxnLst>
      <dgm:bg/>
      <dgm:whole/>
    </dgm:dataModel>
  </dgm:clrData>
  <dgm:layoutNode name="Name0">
    <dgm:varLst>
      <dgm:orgChart val="1"/>
      <dgm:chPref val="1"/>
      <dgm:dir/>
      <dgm:animOne val="branch"/>
      <dgm:animLvl val="lvl"/>
      <dgm:resizeHandles/>
    </dgm:varLst>
    <dgm:choose name="Name1">
      <dgm:if name="Name2" func="var" arg="dir" op="equ" val="norm">
        <dgm:alg type="hierChild">
          <dgm:param type="linDir" val="fromL"/>
        </dgm:alg>
      </dgm:if>
      <dgm:else name="Name3">
        <dgm:alg type="hierChild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w" for="des" forName="rootComposite1" refType="w" fact="10"/>
      <dgm:constr type="h" for="des" forName="rootComposite1" refType="w" refFor="des" refForName="rootComposite1" fact="0.5"/>
      <dgm:constr type="w" for="des" forName="rootComposite2" refType="w" fact="10"/>
      <dgm:constr type="h" for="des" forName="rootComposite2" refType="w" refFor="des" refForName="rootComposite1" fact="0.5"/>
      <dgm:constr type="w" for="des" forName="rootComposite3" refType="w" fact="10"/>
      <dgm:constr type="h" for="des" forName="rootComposite3" refType="w" refFor="des" refForName="rootComposite1" fact="0.5"/>
      <dgm:constr type="primFontSz" for="des" ptType="node" op="equ"/>
      <dgm:constr type="sp" for="des" op="equ"/>
      <dgm:constr type="sp" for="des" forName="hierRoot1" refType="w" refFor="des" refForName="rootComposite1" fact="0.21"/>
      <dgm:constr type="sp" for="des" forName="hierRoot2" refType="sp" refFor="des" refForName="hierRoot1"/>
      <dgm:constr type="sp" for="des" forName="hierRoot3" refType="sp" refFor="des" refForName="hierRoot1"/>
      <dgm:constr type="sibSp" refType="w" refFor="des" refForName="rootComposite1" fact="0.21"/>
      <dgm:constr type="sibSp" for="des" forName="hierChild2" refType="sibSp"/>
      <dgm:constr type="sibSp" for="des" forName="hierChild3" refType="sibSp"/>
      <dgm:constr type="sibSp" for="des" forName="hierChild4" refType="sibSp"/>
      <dgm:constr type="sibSp" for="des" forName="hierChild5" refType="sibSp"/>
      <dgm:constr type="sibSp" for="des" forName="hierChild6" refType="sibSp"/>
      <dgm:constr type="sibSp" for="des" forName="hierChild7" refType="sibSp"/>
      <dgm:constr type="secSibSp" refType="w" refFor="des" refForName="rootComposite1" fact="0.21"/>
      <dgm:constr type="secSibSp" for="des" forName="hierChild2" refType="secSibSp"/>
      <dgm:constr type="secSibSp" for="des" forName="hierChild3" refType="secSibSp"/>
      <dgm:constr type="secSibSp" for="des" forName="hierChild4" refType="secSibSp"/>
      <dgm:constr type="secSibSp" for="des" forName="hierChild5" refType="secSibSp"/>
      <dgm:constr type="secSibSp" for="des" forName="hierChild6" refType="secSibSp"/>
      <dgm:constr type="secSibSp" for="des" forName="hierChild7" refType="secSibSp"/>
    </dgm:constrLst>
    <dgm:forEach name="Name4" axis="ch">
      <dgm:forEach name="Name5" axis="self" ptType="node">
        <dgm:layoutNode name="hierRoot1">
          <dgm:varLst>
            <dgm:hierBranch val="init"/>
          </dgm:varLst>
          <dgm:choose name="Name6">
            <dgm:if name="Name7" func="var" arg="hierBranch" op="equ" val="l">
              <dgm:alg type="hierRoot">
                <dgm:param type="hierAlign" val="tR"/>
              </dgm:alg>
              <dgm:constrLst>
                <dgm:constr type="alignOff" val="0.65"/>
              </dgm:constrLst>
            </dgm:if>
            <dgm:if name="Name8" func="var" arg="hierBranch" op="equ" val="r">
              <dgm:alg type="hierRoot">
                <dgm:param type="hierAlign" val="tL"/>
              </dgm:alg>
              <dgm:constrLst>
                <dgm:constr type="alignOff" val="0.65"/>
              </dgm:constrLst>
            </dgm:if>
            <dgm:if name="Name9" func="var" arg="hierBranch" op="equ" val="hang">
              <dgm:alg type="hierRoot"/>
              <dgm:constrLst>
                <dgm:constr type="alignOff" val="0.65"/>
              </dgm:constrLst>
            </dgm:if>
            <dgm:else name="Name10">
              <dgm:alg type="hierRoot"/>
              <dgm:constrLst>
                <dgm:constr type="alignOff"/>
                <dgm:constr type="bendDist" for="des" ptType="parTrans" refType="sp" fact="0.5"/>
              </dgm:constrLst>
            </dgm:else>
          </dgm:choose>
          <dgm:shape xmlns:r="http://schemas.openxmlformats.org/officeDocument/2006/relationships" r:blip="">
            <dgm:adjLst/>
          </dgm:shape>
          <dgm:presOf/>
          <dgm:layoutNode name="rootComposite1">
            <dgm:alg type="composite"/>
            <dgm:shape xmlns:r="http://schemas.openxmlformats.org/officeDocument/2006/relationships" r:blip="">
              <dgm:adjLst/>
            </dgm:shape>
            <dgm:presOf axis="self" ptType="node" cnt="1"/>
            <dgm:choose name="Name11">
              <dgm:if name="Name12" func="var" arg="hierBranch" op="equ" val="init">
                <dgm:constrLst>
                  <dgm:constr type="l" for="ch" forName="rootText1"/>
                  <dgm:constr type="t" for="ch" forName="rootText1" refType="h" fact="0.18"/>
                  <dgm:constr type="w" for="ch" forName="rootText1" refType="w"/>
                  <dgm:constr type="h" for="ch" forName="rootText1" refType="h" fact="0.64"/>
                  <dgm:constr type="l" for="ch" forName="topArc1" refType="w" fact="0.25"/>
                  <dgm:constr type="t" for="ch" forName="topArc1"/>
                  <dgm:constr type="w" for="ch" forName="topArc1" refType="h" refFor="ch" refForName="topArc1"/>
                  <dgm:constr type="h" for="ch" forName="topArc1" refType="h"/>
                  <dgm:constr type="l" for="ch" forName="bottomArc1" refType="w" fact="0.25"/>
                  <dgm:constr type="t" for="ch" forName="bottomArc1"/>
                  <dgm:constr type="w" for="ch" forName="bottomArc1" refType="h" refFor="ch" refForName="bottomArc1"/>
                  <dgm:constr type="h" for="ch" forName="bottomArc1" refType="h"/>
                  <dgm:constr type="ctrX" for="ch" forName="topConnNode1" refType="w" fact="0.5"/>
                  <dgm:constr type="t" for="ch" forName="topConnNode1"/>
                  <dgm:constr type="w" for="ch" forName="topConnNode1" refType="h" fact="0.76"/>
                  <dgm:constr type="b" for="ch" forName="topConnNode1" refType="t" refFor="ch" refForName="rootText1"/>
                </dgm:constrLst>
              </dgm:if>
              <dgm:if name="Name13" func="var" arg="hierBranch" op="equ" val="l">
                <dgm:constrLst>
                  <dgm:constr type="l" for="ch" forName="rootText1"/>
                  <dgm:constr type="t" for="ch" forName="rootText1" refType="h" fact="0.18"/>
                  <dgm:constr type="w" for="ch" forName="rootText1" refType="w"/>
                  <dgm:constr type="h" for="ch" forName="rootText1" refType="h" fact="0.64"/>
                  <dgm:constr type="l" for="ch" forName="topArc1" refType="w" fact="0.25"/>
                  <dgm:constr type="t" for="ch" forName="topArc1"/>
                  <dgm:constr type="w" for="ch" forName="topArc1" refType="h" refFor="ch" refForName="topArc1"/>
                  <dgm:constr type="h" for="ch" forName="topArc1" refType="h"/>
                  <dgm:constr type="l" for="ch" forName="bottomArc1" refType="w" fact="0.25"/>
                  <dgm:constr type="t" for="ch" forName="bottomArc1"/>
                  <dgm:constr type="w" for="ch" forName="bottomArc1" refType="h" refFor="ch" refForName="bottomArc1"/>
                  <dgm:constr type="h" for="ch" forName="bottomArc1" refType="h"/>
                  <dgm:constr type="ctrX" for="ch" forName="topConnNode1" refType="w" fact="0.5"/>
                  <dgm:constr type="t" for="ch" forName="topConnNode1"/>
                  <dgm:constr type="w" for="ch" forName="topConnNode1" refType="h" fact="0.76"/>
                  <dgm:constr type="b" for="ch" forName="topConnNode1" refType="t" refFor="ch" refForName="rootText1"/>
                </dgm:constrLst>
              </dgm:if>
              <dgm:if name="Name14" func="var" arg="hierBranch" op="equ" val="r">
                <dgm:constrLst>
                  <dgm:constr type="l" for="ch" forName="rootText1"/>
                  <dgm:constr type="t" for="ch" forName="rootText1" refType="h" fact="0.18"/>
                  <dgm:constr type="w" for="ch" forName="rootText1" refType="w"/>
                  <dgm:constr type="h" for="ch" forName="rootText1" refType="h" fact="0.64"/>
                  <dgm:constr type="l" for="ch" forName="topArc1" refType="w" fact="0.25"/>
                  <dgm:constr type="t" for="ch" forName="topArc1"/>
                  <dgm:constr type="w" for="ch" forName="topArc1" refType="h" refFor="ch" refForName="topArc1"/>
                  <dgm:constr type="h" for="ch" forName="topArc1" refType="h"/>
                  <dgm:constr type="l" for="ch" forName="bottomArc1" refType="w" fact="0.25"/>
                  <dgm:constr type="t" for="ch" forName="bottomArc1"/>
                  <dgm:constr type="w" for="ch" forName="bottomArc1" refType="h" refFor="ch" refForName="bottomArc1"/>
                  <dgm:constr type="h" for="ch" forName="bottomArc1" refType="h"/>
                  <dgm:constr type="ctrX" for="ch" forName="topConnNode1" refType="w" fact="0.5"/>
                  <dgm:constr type="t" for="ch" forName="topConnNode1"/>
                  <dgm:constr type="w" for="ch" forName="topConnNode1" refType="h" fact="0.76"/>
                  <dgm:constr type="b" for="ch" forName="topConnNode1" refType="t" refFor="ch" refForName="rootText1"/>
                </dgm:constrLst>
              </dgm:if>
              <dgm:else name="Name15">
                <dgm:constrLst>
                  <dgm:constr type="l" for="ch" forName="rootText1"/>
                  <dgm:constr type="t" for="ch" forName="rootText1" refType="h" fact="0.18"/>
                  <dgm:constr type="w" for="ch" forName="rootText1" refType="w"/>
                  <dgm:constr type="h" for="ch" forName="rootText1" refType="h" fact="0.64"/>
                  <dgm:constr type="l" for="ch" forName="topArc1" refType="w" fact="0.25"/>
                  <dgm:constr type="t" for="ch" forName="topArc1"/>
                  <dgm:constr type="w" for="ch" forName="topArc1" refType="h" refFor="ch" refForName="topArc1"/>
                  <dgm:constr type="h" for="ch" forName="topArc1" refType="h"/>
                  <dgm:constr type="l" for="ch" forName="bottomArc1" refType="w" fact="0.25"/>
                  <dgm:constr type="t" for="ch" forName="bottomArc1"/>
                  <dgm:constr type="w" for="ch" forName="bottomArc1" refType="h" refFor="ch" refForName="bottomArc1"/>
                  <dgm:constr type="h" for="ch" forName="bottomArc1" refType="h"/>
                  <dgm:constr type="ctrX" for="ch" forName="topConnNode1" refType="w" fact="0.5"/>
                  <dgm:constr type="t" for="ch" forName="topConnNode1"/>
                  <dgm:constr type="w" for="ch" forName="topConnNode1" refType="h" fact="0.76"/>
                  <dgm:constr type="b" for="ch" forName="topConnNode1" refType="t" refFor="ch" refForName="rootText1"/>
                </dgm:constrLst>
              </dgm:else>
            </dgm:choose>
            <dgm:layoutNode name="rootText1" styleLbl="alignAcc1">
              <dgm:varLst>
                <dgm:chPref val="3"/>
              </dgm:varLst>
              <dgm:alg type="tx"/>
              <dgm:shape xmlns:r="http://schemas.openxmlformats.org/officeDocument/2006/relationships" type="rect" r:blip="" hideGeom="1">
                <dgm:adjLst/>
              </dgm:shape>
              <dgm:presOf axis="self" ptType="node" cnt="1"/>
              <dgm:constrLst>
                <dgm:constr type="primFontSz" val="65"/>
                <dgm:constr type="lMarg" refType="primFontSz" fact="0.05"/>
                <dgm:constr type="rMarg" refType="primFontSz" fact="0.05"/>
                <dgm:constr type="tMarg" refType="primFontSz" fact="0.05"/>
                <dgm:constr type="bMarg" refType="primFontSz" fact="0.05"/>
              </dgm:constrLst>
              <dgm:ruleLst>
                <dgm:rule type="primFontSz" val="5" fact="NaN" max="NaN"/>
              </dgm:ruleLst>
            </dgm:layoutNode>
            <dgm:layoutNode name="topArc1" styleLbl="parChTrans1D1" moveWith="rootText1">
              <dgm:alg type="sp"/>
              <dgm:shape xmlns:r="http://schemas.openxmlformats.org/officeDocument/2006/relationships" type="arc" r:blip="" zOrderOff="-2">
                <dgm:adjLst>
                  <dgm:adj idx="1" val="-140"/>
                  <dgm:adj idx="2" val="-40"/>
                </dgm:adjLst>
              </dgm:shape>
              <dgm:presOf/>
            </dgm:layoutNode>
            <dgm:layoutNode name="bottomArc1" styleLbl="parChTrans1D1" moveWith="rootText1">
              <dgm:alg type="sp"/>
              <dgm:shape xmlns:r="http://schemas.openxmlformats.org/officeDocument/2006/relationships" type="arc" r:blip="" zOrderOff="-2">
                <dgm:adjLst>
                  <dgm:adj idx="1" val="40"/>
                  <dgm:adj idx="2" val="140"/>
                </dgm:adjLst>
              </dgm:shape>
              <dgm:presOf/>
            </dgm:layoutNode>
            <dgm:layoutNode name="topConnNode1" moveWith="rootText1">
              <dgm:alg type="sp"/>
              <dgm:shape xmlns:r="http://schemas.openxmlformats.org/officeDocument/2006/relationships" type="rect" r:blip="" hideGeom="1">
                <dgm:adjLst/>
              </dgm:shape>
              <dgm:presOf axis="self" ptType="node" cnt="1"/>
            </dgm:layoutNode>
          </dgm:layoutNode>
          <dgm:layoutNode name="hierChild2">
            <dgm:choose name="Name16">
              <dgm:if name="Name17" func="var" arg="hierBranch" op="equ" val="l">
                <dgm:alg type="hierChild">
                  <dgm:param type="chAlign" val="r"/>
                  <dgm:param type="linDir" val="fromT"/>
                </dgm:alg>
              </dgm:if>
              <dgm:if name="Name18" func="var" arg="hierBranch" op="equ" val="r">
                <dgm:alg type="hierChild">
                  <dgm:param type="chAlign" val="l"/>
                  <dgm:param type="linDir" val="fromT"/>
                </dgm:alg>
              </dgm:if>
              <dgm:if name="Name19" func="var" arg="hierBranch" op="equ" val="hang">
                <dgm:choose name="Name20">
                  <dgm:if name="Name21" func="var" arg="dir" op="equ" val="norm">
                    <dgm:alg type="hierChild">
                      <dgm:param type="chAlign" val="l"/>
                      <dgm:param type="linDir" val="fromL"/>
                      <dgm:param type="secChAlign" val="t"/>
                      <dgm:param type="secLinDir" val="fromT"/>
                    </dgm:alg>
                  </dgm:if>
                  <dgm:else name="Name22">
                    <dgm:alg type="hierChild">
                      <dgm:param type="chAlign" val="l"/>
                      <dgm:param type="linDir" val="fromR"/>
                      <dgm:param type="secChAlign" val="t"/>
                      <dgm:param type="secLinDir" val="fromT"/>
                    </dgm:alg>
                  </dgm:else>
                </dgm:choose>
              </dgm:if>
              <dgm:else name="Name23">
                <dgm:choose name="Name24">
                  <dgm:if name="Name25" func="var" arg="dir" op="equ" val="norm">
                    <dgm:alg type="hierChild"/>
                  </dgm:if>
                  <dgm:else name="Name26">
                    <dgm:alg type="hierChild">
                      <dgm:param type="linDir" val="fromR"/>
                    </dgm:alg>
                  </dgm:else>
                </dgm:choose>
              </dgm:else>
            </dgm:choose>
            <dgm:shape xmlns:r="http://schemas.openxmlformats.org/officeDocument/2006/relationships" r:blip="">
              <dgm:adjLst/>
            </dgm:shape>
            <dgm:presOf/>
            <dgm:forEach name="rep2a" axis="ch" ptType="nonAsst">
              <dgm:forEach name="Name27" axis="precedSib" ptType="parTrans" st="-1" cnt="1">
                <dgm:layoutNode name="Name28">
                  <dgm:choose name="Name29">
                    <dgm:if name="Name30" func="var" arg="hierBranch" op="equ" val="std">
                      <dgm:choose name="Name31">
                        <dgm:if name="Name32" axis="self" func="depth" op="lte" val="2">
                          <dgm:alg type="conn">
                            <dgm:param type="connRout" val="bend"/>
                            <dgm:param type="dim" val="1D"/>
                            <dgm:param type="endSty" val="noArr"/>
                            <dgm:param type="begPts" val="bCtr"/>
                            <dgm:param type="endPts" val="tCtr"/>
                            <dgm:param type="bendPt" val="end"/>
                            <dgm:param type="srcNode" val="bottomArc1"/>
                            <dgm:param type="dstNode" val="topArc2"/>
                          </dgm:alg>
                        </dgm:if>
                        <dgm:if name="Name33" axis="par" ptType="asst" func="cnt" op="equ" val="1">
                          <dgm:alg type="conn">
                            <dgm:param type="connRout" val="bend"/>
                            <dgm:param type="dim" val="1D"/>
                            <dgm:param type="endSty" val="noArr"/>
                            <dgm:param type="begPts" val="bCtr"/>
                            <dgm:param type="endPts" val="tCtr"/>
                            <dgm:param type="bendPt" val="end"/>
                            <dgm:param type="srcNode" val="bottomArc3"/>
                            <dgm:param type="dstNode" val="topArc2"/>
                          </dgm:alg>
                        </dgm:if>
                        <dgm:else name="Name34">
                          <dgm:alg type="conn">
                            <dgm:param type="connRout" val="bend"/>
                            <dgm:param type="dim" val="1D"/>
                            <dgm:param type="endSty" val="noArr"/>
                            <dgm:param type="begPts" val="bCtr"/>
                            <dgm:param type="endPts" val="tCtr"/>
                            <dgm:param type="bendPt" val="end"/>
                            <dgm:param type="srcNode" val="bottomArc2"/>
                            <dgm:param type="dstNode" val="topArc2"/>
                          </dgm:alg>
                        </dgm:else>
                      </dgm:choose>
                    </dgm:if>
                    <dgm:if name="Name35" func="var" arg="hierBranch" op="equ" val="init">
                      <dgm:choose name="Name36">
                        <dgm:if name="Name37" axis="self" func="depth" op="lte" val="2">
                          <dgm:choose name="Name38">
                            <dgm:if name="Name39" axis="self" func="depth" op="lte" val="2">
                              <dgm:alg type="conn">
                                <dgm:param type="connRout" val="bend"/>
                                <dgm:param type="dim" val="1D"/>
                                <dgm:param type="endSty" val="noArr"/>
                                <dgm:param type="begPts" val="bCtr"/>
                                <dgm:param type="endPts" val="tCtr"/>
                                <dgm:param type="bendPt" val="end"/>
                                <dgm:param type="srcNode" val="bottomArc1"/>
                                <dgm:param type="dstNode" val="topArc2"/>
                              </dgm:alg>
                            </dgm:if>
                            <dgm:if name="Name40" axis="par" ptType="asst" func="cnt" op="equ" val="1">
                              <dgm:alg type="conn">
                                <dgm:param type="connRout" val="bend"/>
                                <dgm:param type="dim" val="1D"/>
                                <dgm:param type="endSty" val="noArr"/>
                                <dgm:param type="begPts" val="bCtr"/>
                                <dgm:param type="endPts" val="tCtr"/>
                                <dgm:param type="bendPt" val="end"/>
                                <dgm:param type="srcNode" val="bottomArc3"/>
                                <dgm:param type="dstNode" val="topArc2"/>
                              </dgm:alg>
                            </dgm:if>
                            <dgm:else name="Name41">
                              <dgm:alg type="conn">
                                <dgm:param type="connRout" val="bend"/>
                                <dgm:param type="dim" val="1D"/>
                                <dgm:param type="endSty" val="noArr"/>
                                <dgm:param type="begPts" val="bCtr"/>
                                <dgm:param type="endPts" val="tCtr"/>
                                <dgm:param type="bendPt" val="end"/>
                                <dgm:param type="srcNode" val="bottomArc2"/>
                                <dgm:param type="dstNode" val="topArc2"/>
                              </dgm:alg>
                            </dgm:else>
                          </dgm:choose>
                        </dgm:if>
                        <dgm:else name="Name42">
                          <dgm:choose name="Name43">
                            <dgm:if name="Name44" axis="par des" func="maxDepth" op="lte" val="1">
                              <dgm:choose name="Name45">
                                <dgm:if name="Name46" axis="self" func="depth" op="lte" val="2">
                                  <dgm:alg type="conn">
                                    <dgm:param type="connRout" val="bend"/>
                                    <dgm:param type="dim" val="1D"/>
                                    <dgm:param type="endSty" val="noArr"/>
                                    <dgm:param type="begPts" val="bCtr"/>
                                    <dgm:param type="endPts" val="bL bR"/>
                                    <dgm:param type="srcNode" val="bottomArc1"/>
                                    <dgm:param type="dstNode" val="topConnNode2"/>
                                  </dgm:alg>
                                </dgm:if>
                                <dgm:if name="Name47" axis="par" ptType="asst" func="cnt" op="equ" val="1">
                                  <dgm:alg type="conn">
                                    <dgm:param type="connRout" val="bend"/>
                                    <dgm:param type="dim" val="1D"/>
                                    <dgm:param type="endSty" val="noArr"/>
                                    <dgm:param type="begPts" val="bCtr"/>
                                    <dgm:param type="endPts" val="bL bR"/>
                                    <dgm:param type="srcNode" val="bottomArc3"/>
                                    <dgm:param type="dstNode" val="topConnNode2"/>
                                  </dgm:alg>
                                </dgm:if>
                                <dgm:else name="Name48">
                                  <dgm:alg type="conn">
                                    <dgm:param type="connRout" val="bend"/>
                                    <dgm:param type="dim" val="1D"/>
                                    <dgm:param type="endSty" val="noArr"/>
                                    <dgm:param type="begPts" val="bCtr"/>
                                    <dgm:param type="endPts" val="bL bR"/>
                                    <dgm:param type="srcNode" val="bottomArc2"/>
                                    <dgm:param type="dstNode" val="topConnNode2"/>
                                  </dgm:alg>
                                </dgm:else>
                              </dgm:choose>
                            </dgm:if>
                            <dgm:else name="Name49">
                              <dgm:choose name="Name50">
                                <dgm:if name="Name51" axis="self" func="depth" op="lte" val="2">
                                  <dgm:alg type="conn">
                                    <dgm:param type="connRout" val="bend"/>
                                    <dgm:param type="dim" val="1D"/>
                                    <dgm:param type="endSty" val="noArr"/>
                                    <dgm:param type="begPts" val="bCtr"/>
                                    <dgm:param type="endPts" val="tCtr"/>
                                    <dgm:param type="bendPt" val="end"/>
                                    <dgm:param type="srcNode" val="bottomArc1"/>
                                    <dgm:param type="dstNode" val="topArc2"/>
                                  </dgm:alg>
                                </dgm:if>
                                <dgm:if name="Name52" axis="par" ptType="asst" func="cnt" op="equ" val="1">
                                  <dgm:alg type="conn">
                                    <dgm:param type="connRout" val="bend"/>
                                    <dgm:param type="dim" val="1D"/>
                                    <dgm:param type="endSty" val="noArr"/>
                                    <dgm:param type="begPts" val="bCtr"/>
                                    <dgm:param type="endPts" val="tCtr"/>
                                    <dgm:param type="bendPt" val="end"/>
                                    <dgm:param type="srcNode" val="bottomArc3"/>
                                    <dgm:param type="dstNode" val="topArc2"/>
                                  </dgm:alg>
                                </dgm:if>
                                <dgm:else name="Name53">
                                  <dgm:alg type="conn">
                                    <dgm:param type="connRout" val="bend"/>
                                    <dgm:param type="dim" val="1D"/>
                                    <dgm:param type="endSty" val="noArr"/>
                                    <dgm:param type="begPts" val="bCtr"/>
                                    <dgm:param type="endPts" val="tCtr"/>
                                    <dgm:param type="bendPt" val="end"/>
                                    <dgm:param type="srcNode" val="bottomArc2"/>
                                    <dgm:param type="dstNode" val="topArc2"/>
                                  </dgm:alg>
                                </dgm:else>
                              </dgm:choose>
                            </dgm:else>
                          </dgm:choose>
                        </dgm:else>
                      </dgm:choose>
                    </dgm:if>
                    <dgm:else name="Name54">
                      <dgm:choose name="Name55">
                        <dgm:if name="Name56" axis="self" func="depth" op="lte" val="2">
                          <dgm:alg type="conn">
                            <dgm:param type="connRout" val="bend"/>
                            <dgm:param type="dim" val="1D"/>
                            <dgm:param type="endSty" val="noArr"/>
                            <dgm:param type="begPts" val="bCtr"/>
                            <dgm:param type="endPts" val="bL bR"/>
                            <dgm:param type="srcNode" val="bottomArc1"/>
                            <dgm:param type="dstNode" val="topConnNode2"/>
                          </dgm:alg>
                        </dgm:if>
                        <dgm:if name="Name57" axis="par" ptType="asst" func="cnt" op="equ" val="1">
                          <dgm:alg type="conn">
                            <dgm:param type="connRout" val="bend"/>
                            <dgm:param type="dim" val="1D"/>
                            <dgm:param type="endSty" val="noArr"/>
                            <dgm:param type="begPts" val="bCtr"/>
                            <dgm:param type="endPts" val="bL bR"/>
                            <dgm:param type="srcNode" val="bottomArc3"/>
                            <dgm:param type="dstNode" val="topConnNode2"/>
                          </dgm:alg>
                        </dgm:if>
                        <dgm:else name="Name58">
                          <dgm:alg type="conn">
                            <dgm:param type="connRout" val="bend"/>
                            <dgm:param type="dim" val="1D"/>
                            <dgm:param type="endSty" val="noArr"/>
                            <dgm:param type="begPts" val="bCtr"/>
                            <dgm:param type="endPts" val="bL bR"/>
                            <dgm:param type="srcNode" val="bottomArc2"/>
                            <dgm:param type="dstNode" val="topConnNode2"/>
                          </dgm:alg>
                        </dgm:else>
                      </dgm:choose>
                    </dgm:else>
                  </dgm:choose>
                  <dgm:shape xmlns:r="http://schemas.openxmlformats.org/officeDocument/2006/relationships" type="conn" r:blip="" zOrderOff="-99999">
                    <dgm:adjLst/>
                  </dgm:shape>
                  <dgm:presOf axis="self"/>
                  <dgm:constrLst>
                    <dgm:constr type="begPad"/>
                    <dgm:constr type="endPad"/>
                  </dgm:constrLst>
                </dgm:layoutNode>
              </dgm:forEach>
              <dgm:layoutNode name="hierRoot2">
                <dgm:varLst>
                  <dgm:hierBranch val="init"/>
                </dgm:varLst>
                <dgm:choose name="Name59">
                  <dgm:if name="Name60" func="var" arg="hierBranch" op="equ" val="l">
                    <dgm:alg type="hierRoot">
                      <dgm:param type="hierAlign" val="tR"/>
                    </dgm:alg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alignOff" val="0.65"/>
                    </dgm:constrLst>
                  </dgm:if>
                  <dgm:if name="Name61" func="var" arg="hierBranch" op="equ" val="r">
                    <dgm:alg type="hierRoot">
                      <dgm:param type="hierAlign" val="tL"/>
                    </dgm:alg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alignOff" val="0.65"/>
                    </dgm:constrLst>
                  </dgm:if>
                  <dgm:if name="Name62" func="var" arg="hierBranch" op="equ" val="std">
                    <dgm:alg type="hierRoot"/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alignOff"/>
                      <dgm:constr type="bendDist" for="des" ptType="parTrans" refType="sp" fact="0.5"/>
                    </dgm:constrLst>
                  </dgm:if>
                  <dgm:if name="Name63" func="var" arg="hierBranch" op="equ" val="init">
                    <dgm:choose name="Name64">
                      <dgm:if name="Name65" axis="des" func="maxDepth" op="lte" val="1">
                        <dgm:alg type="hierRoot">
                          <dgm:param type="hierAlign" val="tL"/>
                        </dgm:alg>
                        <dgm:shape xmlns:r="http://schemas.openxmlformats.org/officeDocument/2006/relationships" r:blip="">
                          <dgm:adjLst/>
                        </dgm:shape>
                        <dgm:presOf/>
                        <dgm:constrLst>
                          <dgm:constr type="alignOff" val="0.65"/>
                        </dgm:constrLst>
                      </dgm:if>
                      <dgm:else name="Name66">
                        <dgm:alg type="hierRoot"/>
                        <dgm:shape xmlns:r="http://schemas.openxmlformats.org/officeDocument/2006/relationships" r:blip="">
                          <dgm:adjLst/>
                        </dgm:shape>
                        <dgm:presOf/>
                        <dgm:constrLst>
                          <dgm:constr type="alignOff"/>
                          <dgm:constr type="bendDist" for="des" ptType="parTrans" refType="sp" fact="0.5"/>
                        </dgm:constrLst>
                      </dgm:else>
                    </dgm:choose>
                  </dgm:if>
                  <dgm:else name="Name67">
                    <dgm:alg type="hierRoot"/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alignOff" val="0.65"/>
                    </dgm:constrLst>
                  </dgm:else>
                </dgm:choose>
                <dgm:layoutNode name="rootComposite2">
                  <dgm:alg type="composite"/>
                  <dgm:shape xmlns:r="http://schemas.openxmlformats.org/officeDocument/2006/relationships" r:blip="">
                    <dgm:adjLst/>
                  </dgm:shape>
                  <dgm:presOf axis="self" ptType="node" cnt="1"/>
                  <dgm:choose name="Name68">
                    <dgm:if name="Name69" func="var" arg="hierBranch" op="equ" val="init">
                      <dgm:constrLst>
                        <dgm:constr type="l" for="ch" forName="rootText2"/>
                        <dgm:constr type="t" for="ch" forName="rootText2" refType="h" fact="0.18"/>
                        <dgm:constr type="w" for="ch" forName="rootText2" refType="w"/>
                        <dgm:constr type="h" for="ch" forName="rootText2" refType="h" fact="0.64"/>
                        <dgm:constr type="l" for="ch" forName="topArc2" refType="w" fact="0.25"/>
                        <dgm:constr type="t" for="ch" forName="topArc2"/>
                        <dgm:constr type="w" for="ch" forName="topArc2" refType="h" refFor="ch" refForName="topArc2"/>
                        <dgm:constr type="h" for="ch" forName="topArc2" refType="h"/>
                        <dgm:constr type="l" for="ch" forName="bottomArc2" refType="w" fact="0.25"/>
                        <dgm:constr type="t" for="ch" forName="bottomArc2"/>
                        <dgm:constr type="w" for="ch" forName="bottomArc2" refType="h" refFor="ch" refForName="bottomArc2"/>
                        <dgm:constr type="h" for="ch" forName="bottomArc2" refType="h"/>
                        <dgm:constr type="ctrX" for="ch" forName="topConnNode2" refType="w" fact="0.5"/>
                        <dgm:constr type="t" for="ch" forName="topConnNode2"/>
                        <dgm:constr type="w" for="ch" forName="topConnNode2" refType="h" fact="0.76"/>
                        <dgm:constr type="b" for="ch" forName="topConnNode2" refType="t" refFor="ch" refForName="rootText2"/>
                      </dgm:constrLst>
                    </dgm:if>
                    <dgm:if name="Name70" func="var" arg="hierBranch" op="equ" val="l">
                      <dgm:constrLst>
                        <dgm:constr type="l" for="ch" forName="rootText2"/>
                        <dgm:constr type="t" for="ch" forName="rootText2" refType="h" fact="0.18"/>
                        <dgm:constr type="w" for="ch" forName="rootText2" refType="w"/>
                        <dgm:constr type="h" for="ch" forName="rootText2" refType="h" fact="0.64"/>
                        <dgm:constr type="l" for="ch" forName="topArc2" refType="w" fact="0.25"/>
                        <dgm:constr type="t" for="ch" forName="topArc2"/>
                        <dgm:constr type="w" for="ch" forName="topArc2" refType="h" refFor="ch" refForName="topArc2"/>
                        <dgm:constr type="h" for="ch" forName="topArc2" refType="h"/>
                        <dgm:constr type="l" for="ch" forName="bottomArc2" refType="w" fact="0.25"/>
                        <dgm:constr type="t" for="ch" forName="bottomArc2"/>
                        <dgm:constr type="w" for="ch" forName="bottomArc2" refType="h" refFor="ch" refForName="bottomArc2"/>
                        <dgm:constr type="h" for="ch" forName="bottomArc2" refType="h"/>
                        <dgm:constr type="ctrX" for="ch" forName="topConnNode2" refType="w" fact="0.5"/>
                        <dgm:constr type="t" for="ch" forName="topConnNode2"/>
                        <dgm:constr type="w" for="ch" forName="topConnNode2" refType="h" fact="0.76"/>
                        <dgm:constr type="b" for="ch" forName="topConnNode2" refType="t" refFor="ch" refForName="rootText2"/>
                      </dgm:constrLst>
                    </dgm:if>
                    <dgm:if name="Name71" func="var" arg="hierBranch" op="equ" val="r">
                      <dgm:constrLst>
                        <dgm:constr type="l" for="ch" forName="rootText2"/>
                        <dgm:constr type="t" for="ch" forName="rootText2" refType="h" fact="0.18"/>
                        <dgm:constr type="w" for="ch" forName="rootText2" refType="w"/>
                        <dgm:constr type="h" for="ch" forName="rootText2" refType="h" fact="0.64"/>
                        <dgm:constr type="l" for="ch" forName="topArc2" refType="w" fact="0.25"/>
                        <dgm:constr type="t" for="ch" forName="topArc2"/>
                        <dgm:constr type="w" for="ch" forName="topArc2" refType="h" refFor="ch" refForName="topArc2"/>
                        <dgm:constr type="h" for="ch" forName="topArc2" refType="h"/>
                        <dgm:constr type="l" for="ch" forName="bottomArc2" refType="w" fact="0.25"/>
                        <dgm:constr type="t" for="ch" forName="bottomArc2"/>
                        <dgm:constr type="w" for="ch" forName="bottomArc2" refType="h" refFor="ch" refForName="bottomArc2"/>
                        <dgm:constr type="h" for="ch" forName="bottomArc2" refType="h"/>
                        <dgm:constr type="ctrX" for="ch" forName="topConnNode2" refType="w" fact="0.5"/>
                        <dgm:constr type="t" for="ch" forName="topConnNode2"/>
                        <dgm:constr type="w" for="ch" forName="topConnNode2" refType="h" fact="0.76"/>
                        <dgm:constr type="b" for="ch" forName="topConnNode2" refType="t" refFor="ch" refForName="rootText2"/>
                      </dgm:constrLst>
                    </dgm:if>
                    <dgm:else name="Name72">
                      <dgm:constrLst>
                        <dgm:constr type="l" for="ch" forName="rootText2"/>
                        <dgm:constr type="t" for="ch" forName="rootText2" refType="h" fact="0.18"/>
                        <dgm:constr type="w" for="ch" forName="rootText2" refType="w"/>
                        <dgm:constr type="h" for="ch" forName="rootText2" refType="h" fact="0.64"/>
                        <dgm:constr type="l" for="ch" forName="topArc2" refType="w" fact="0.25"/>
                        <dgm:constr type="t" for="ch" forName="topArc2"/>
                        <dgm:constr type="w" for="ch" forName="topArc2" refType="h" refFor="ch" refForName="topArc2"/>
                        <dgm:constr type="h" for="ch" forName="topArc2" refType="h"/>
                        <dgm:constr type="l" for="ch" forName="bottomArc2" refType="w" fact="0.25"/>
                        <dgm:constr type="t" for="ch" forName="bottomArc2"/>
                        <dgm:constr type="w" for="ch" forName="bottomArc2" refType="h" refFor="ch" refForName="bottomArc2"/>
                        <dgm:constr type="h" for="ch" forName="bottomArc2" refType="h"/>
                        <dgm:constr type="ctrX" for="ch" forName="topConnNode2" refType="w" fact="0.5"/>
                        <dgm:constr type="t" for="ch" forName="topConnNode2"/>
                        <dgm:constr type="w" for="ch" forName="topConnNode2" refType="h" fact="0.76"/>
                        <dgm:constr type="b" for="ch" forName="topConnNode2" refType="t" refFor="ch" refForName="rootText2"/>
                      </dgm:constrLst>
                    </dgm:else>
                  </dgm:choose>
                  <dgm:layoutNode name="rootText2" styleLbl="alignAcc1">
                    <dgm:varLst>
                      <dgm:chPref val="3"/>
                    </dgm:varLst>
                    <dgm:alg type="tx"/>
                    <dgm:shape xmlns:r="http://schemas.openxmlformats.org/officeDocument/2006/relationships" type="rect" r:blip="" hideGeom="1">
                      <dgm:adjLst/>
                    </dgm:shape>
                    <dgm:presOf axis="self" ptType="node" cnt="1"/>
                    <dgm:constrLst>
                      <dgm:constr type="primFontSz" val="65"/>
                      <dgm:constr type="lMarg" refType="primFontSz" fact="0.05"/>
                      <dgm:constr type="rMarg" refType="primFontSz" fact="0.05"/>
                      <dgm:constr type="tMarg" refType="primFontSz" fact="0.05"/>
                      <dgm:constr type="bMarg" refType="primFontSz" fact="0.05"/>
                    </dgm:constrLst>
                    <dgm:ruleLst>
                      <dgm:rule type="primFontSz" val="5" fact="NaN" max="NaN"/>
                    </dgm:ruleLst>
                  </dgm:layoutNode>
                  <dgm:layoutNode name="topArc2" styleLbl="parChTrans1D1" moveWith="rootText2">
                    <dgm:alg type="sp"/>
                    <dgm:shape xmlns:r="http://schemas.openxmlformats.org/officeDocument/2006/relationships" type="arc" r:blip="" zOrderOff="-2">
                      <dgm:adjLst>
                        <dgm:adj idx="1" val="-140"/>
                        <dgm:adj idx="2" val="-40"/>
                      </dgm:adjLst>
                    </dgm:shape>
                    <dgm:presOf/>
                  </dgm:layoutNode>
                  <dgm:layoutNode name="bottomArc2" styleLbl="parChTrans1D1" moveWith="rootText2">
                    <dgm:alg type="sp"/>
                    <dgm:shape xmlns:r="http://schemas.openxmlformats.org/officeDocument/2006/relationships" type="arc" r:blip="" zOrderOff="-2">
                      <dgm:adjLst>
                        <dgm:adj idx="1" val="40"/>
                        <dgm:adj idx="2" val="140"/>
                      </dgm:adjLst>
                    </dgm:shape>
                    <dgm:presOf/>
                  </dgm:layoutNode>
                  <dgm:layoutNode name="topConnNode2" moveWith="rootText2">
                    <dgm:alg type="sp"/>
                    <dgm:shape xmlns:r="http://schemas.openxmlformats.org/officeDocument/2006/relationships" type="rect" r:blip="" hideGeom="1">
                      <dgm:adjLst/>
                    </dgm:shape>
                    <dgm:presOf axis="self" ptType="node" cnt="1"/>
                  </dgm:layoutNode>
                </dgm:layoutNode>
                <dgm:layoutNode name="hierChild4">
                  <dgm:choose name="Name73">
                    <dgm:if name="Name74" func="var" arg="hierBranch" op="equ" val="l">
                      <dgm:alg type="hierChild">
                        <dgm:param type="chAlign" val="r"/>
                        <dgm:param type="linDir" val="fromT"/>
                      </dgm:alg>
                    </dgm:if>
                    <dgm:if name="Name75" func="var" arg="hierBranch" op="equ" val="r">
                      <dgm:alg type="hierChild">
                        <dgm:param type="chAlign" val="l"/>
                        <dgm:param type="linDir" val="fromT"/>
                      </dgm:alg>
                    </dgm:if>
                    <dgm:if name="Name76" func="var" arg="hierBranch" op="equ" val="hang">
                      <dgm:choose name="Name77">
                        <dgm:if name="Name78" func="var" arg="dir" op="equ" val="norm">
                          <dgm:alg type="hierChild">
                            <dgm:param type="chAlign" val="l"/>
                            <dgm:param type="linDir" val="fromL"/>
                            <dgm:param type="secChAlign" val="t"/>
                            <dgm:param type="secLinDir" val="fromT"/>
                          </dgm:alg>
                        </dgm:if>
                        <dgm:else name="Name79">
                          <dgm:alg type="hierChild">
                            <dgm:param type="chAlign" val="l"/>
                            <dgm:param type="linDir" val="fromR"/>
                            <dgm:param type="secChAlign" val="t"/>
                            <dgm:param type="secLinDir" val="fromT"/>
                          </dgm:alg>
                        </dgm:else>
                      </dgm:choose>
                    </dgm:if>
                    <dgm:if name="Name80" func="var" arg="hierBranch" op="equ" val="std">
                      <dgm:choose name="Name81">
                        <dgm:if name="Name82" func="var" arg="dir" op="equ" val="norm">
                          <dgm:alg type="hierChild"/>
                        </dgm:if>
                        <dgm:else name="Name83">
                          <dgm:alg type="hierChild">
                            <dgm:param type="linDir" val="fromR"/>
                          </dgm:alg>
                        </dgm:else>
                      </dgm:choose>
                    </dgm:if>
                    <dgm:if name="Name84" func="var" arg="hierBranch" op="equ" val="init">
                      <dgm:choose name="Name85">
                        <dgm:if name="Name86" axis="des" func="maxDepth" op="lte" val="1">
                          <dgm:alg type="hierChild">
                            <dgm:param type="chAlign" val="l"/>
                            <dgm:param type="linDir" val="fromT"/>
                          </dgm:alg>
                        </dgm:if>
                        <dgm:else name="Name87">
                          <dgm:choose name="Name88">
                            <dgm:if name="Name89" func="var" arg="dir" op="equ" val="norm">
                              <dgm:alg type="hierChild"/>
                            </dgm:if>
                            <dgm:else name="Name90">
                              <dgm:alg type="hierChild">
                                <dgm:param type="linDir" val="fromR"/>
                              </dgm:alg>
                            </dgm:else>
                          </dgm:choose>
                        </dgm:else>
                      </dgm:choose>
                    </dgm:if>
                    <dgm:else name="Name91"/>
                  </dgm:choose>
                  <dgm:shape xmlns:r="http://schemas.openxmlformats.org/officeDocument/2006/relationships" r:blip="">
                    <dgm:adjLst/>
                  </dgm:shape>
                  <dgm:presOf/>
                  <dgm:forEach name="Name92" ref="rep2a"/>
                </dgm:layoutNode>
                <dgm:layoutNode name="hierChild5">
                  <dgm:choose name="Name93">
                    <dgm:if name="Name94" func="var" arg="dir" op="equ" val="norm">
                      <dgm:alg type="hierChild">
                        <dgm:param type="chAlign" val="l"/>
                        <dgm:param type="linDir" val="fromL"/>
                        <dgm:param type="secChAlign" val="t"/>
                        <dgm:param type="secLinDir" val="fromT"/>
                      </dgm:alg>
                    </dgm:if>
                    <dgm:else name="Name95">
                      <dgm:alg type="hierChild">
                        <dgm:param type="chAlign" val="l"/>
                        <dgm:param type="linDir" val="fromR"/>
                        <dgm:param type="secChAlign" val="t"/>
                        <dgm:param type="secLinDir" val="fromT"/>
                      </dgm:alg>
                    </dgm:else>
                  </dgm:choose>
                  <dgm:shape xmlns:r="http://schemas.openxmlformats.org/officeDocument/2006/relationships" r:blip="">
                    <dgm:adjLst/>
                  </dgm:shape>
                  <dgm:presOf/>
                  <dgm:forEach name="Name96" ref="rep2b"/>
                </dgm:layoutNode>
              </dgm:layoutNode>
            </dgm:forEach>
          </dgm:layoutNode>
          <dgm:layoutNode name="hierChild3">
            <dgm:choose name="Name97">
              <dgm:if name="Name98" func="var" arg="dir" op="equ" val="norm">
                <dgm:alg type="hierChild">
                  <dgm:param type="chAlign" val="l"/>
                  <dgm:param type="linDir" val="fromL"/>
                  <dgm:param type="secChAlign" val="t"/>
                  <dgm:param type="secLinDir" val="fromT"/>
                </dgm:alg>
              </dgm:if>
              <dgm:else name="Name99">
                <dgm:alg type="hierChild">
                  <dgm:param type="chAlign" val="l"/>
                  <dgm:param type="linDir" val="fromR"/>
                  <dgm:param type="secChAlign" val="t"/>
                  <dgm:param type="secLinDir" val="fromT"/>
                </dgm:alg>
              </dgm:else>
            </dgm:choose>
            <dgm:shape xmlns:r="http://schemas.openxmlformats.org/officeDocument/2006/relationships" r:blip="">
              <dgm:adjLst/>
            </dgm:shape>
            <dgm:presOf/>
            <dgm:forEach name="rep2b" axis="ch" ptType="asst">
              <dgm:forEach name="Name100" axis="precedSib" ptType="parTrans" st="-1" cnt="1">
                <dgm:layoutNode name="Name101">
                  <dgm:choose name="Name102">
                    <dgm:if name="Name103" axis="self" func="depth" op="lte" val="2">
                      <dgm:alg type="conn">
                        <dgm:param type="connRout" val="bend"/>
                        <dgm:param type="dim" val="1D"/>
                        <dgm:param type="endSty" val="noArr"/>
                        <dgm:param type="begPts" val="bCtr"/>
                        <dgm:param type="endPts" val="bL bR"/>
                        <dgm:param type="srcNode" val="bottomArc1"/>
                        <dgm:param type="dstNode" val="topConnNode3"/>
                      </dgm:alg>
                    </dgm:if>
                    <dgm:if name="Name104" axis="par" ptType="asst" func="cnt" op="equ" val="1">
                      <dgm:alg type="conn">
                        <dgm:param type="connRout" val="bend"/>
                        <dgm:param type="dim" val="1D"/>
                        <dgm:param type="endSty" val="noArr"/>
                        <dgm:param type="begPts" val="bCtr"/>
                        <dgm:param type="endPts" val="bL bR"/>
                        <dgm:param type="srcNode" val="bottomArc3"/>
                        <dgm:param type="dstNode" val="topConnNode3"/>
                      </dgm:alg>
                    </dgm:if>
                    <dgm:else name="Name105">
                      <dgm:alg type="conn">
                        <dgm:param type="connRout" val="bend"/>
                        <dgm:param type="dim" val="1D"/>
                        <dgm:param type="endSty" val="noArr"/>
                        <dgm:param type="begPts" val="bCtr"/>
                        <dgm:param type="endPts" val="bL bR"/>
                        <dgm:param type="srcNode" val="bottomArc2"/>
                        <dgm:param type="dstNode" val="topConnNode3"/>
                      </dgm:alg>
                    </dgm:else>
                  </dgm:choose>
                  <dgm:shape xmlns:r="http://schemas.openxmlformats.org/officeDocument/2006/relationships" type="conn" r:blip="" zOrderOff="-99999">
                    <dgm:adjLst/>
                  </dgm:shape>
                  <dgm:presOf axis="self"/>
                  <dgm:constrLst>
                    <dgm:constr type="begPad"/>
                    <dgm:constr type="endPad"/>
                  </dgm:constrLst>
                </dgm:layoutNode>
              </dgm:forEach>
              <dgm:layoutNode name="hierRoot3">
                <dgm:varLst>
                  <dgm:hierBranch val="init"/>
                </dgm:varLst>
                <dgm:choose name="Name106">
                  <dgm:if name="Name107" func="var" arg="hierBranch" op="equ" val="l">
                    <dgm:alg type="hierRoot">
                      <dgm:param type="hierAlign" val="tR"/>
                    </dgm:alg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alignOff" val="0.65"/>
                    </dgm:constrLst>
                  </dgm:if>
                  <dgm:if name="Name108" func="var" arg="hierBranch" op="equ" val="r">
                    <dgm:alg type="hierRoot">
                      <dgm:param type="hierAlign" val="tL"/>
                    </dgm:alg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alignOff" val="0.65"/>
                    </dgm:constrLst>
                  </dgm:if>
                  <dgm:if name="Name109" func="var" arg="hierBranch" op="equ" val="hang">
                    <dgm:alg type="hierRoot"/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alignOff" val="0.65"/>
                    </dgm:constrLst>
                  </dgm:if>
                  <dgm:if name="Name110" func="var" arg="hierBranch" op="equ" val="std">
                    <dgm:alg type="hierRoot"/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alignOff"/>
                      <dgm:constr type="bendDist" for="des" ptType="parTrans" refType="sp" fact="0.5"/>
                    </dgm:constrLst>
                  </dgm:if>
                  <dgm:if name="Name111" func="var" arg="hierBranch" op="equ" val="init">
                    <dgm:choose name="Name112">
                      <dgm:if name="Name113" axis="des" func="maxDepth" op="lte" val="1">
                        <dgm:alg type="hierRoot">
                          <dgm:param type="hierAlign" val="tL"/>
                        </dgm:alg>
                        <dgm:shape xmlns:r="http://schemas.openxmlformats.org/officeDocument/2006/relationships" r:blip="">
                          <dgm:adjLst/>
                        </dgm:shape>
                        <dgm:presOf/>
                        <dgm:constrLst>
                          <dgm:constr type="alignOff" val="0.65"/>
                        </dgm:constrLst>
                      </dgm:if>
                      <dgm:else name="Name114">
                        <dgm:alg type="hierRoot"/>
                        <dgm:shape xmlns:r="http://schemas.openxmlformats.org/officeDocument/2006/relationships" r:blip="">
                          <dgm:adjLst/>
                        </dgm:shape>
                        <dgm:presOf/>
                        <dgm:constrLst>
                          <dgm:constr type="alignOff"/>
                          <dgm:constr type="bendDist" for="des" ptType="parTrans" refType="sp" fact="0.5"/>
                        </dgm:constrLst>
                      </dgm:else>
                    </dgm:choose>
                  </dgm:if>
                  <dgm:else name="Name115"/>
                </dgm:choose>
                <dgm:layoutNode name="rootComposite3">
                  <dgm:alg type="composite"/>
                  <dgm:shape xmlns:r="http://schemas.openxmlformats.org/officeDocument/2006/relationships" r:blip="">
                    <dgm:adjLst/>
                  </dgm:shape>
                  <dgm:presOf axis="self" ptType="node" cnt="1"/>
                  <dgm:choose name="Name116">
                    <dgm:if name="Name117" func="var" arg="hierBranch" op="equ" val="init">
                      <dgm:constrLst>
                        <dgm:constr type="l" for="ch" forName="rootText3"/>
                        <dgm:constr type="t" for="ch" forName="rootText3" refType="h" fact="0.18"/>
                        <dgm:constr type="w" for="ch" forName="rootText3" refType="w"/>
                        <dgm:constr type="h" for="ch" forName="rootText3" refType="h" fact="0.64"/>
                        <dgm:constr type="l" for="ch" forName="topArc3" refType="w" fact="0.25"/>
                        <dgm:constr type="t" for="ch" forName="topArc3"/>
                        <dgm:constr type="w" for="ch" forName="topArc3" refType="h" refFor="ch" refForName="topArc3"/>
                        <dgm:constr type="h" for="ch" forName="topArc3" refType="h"/>
                        <dgm:constr type="l" for="ch" forName="bottomArc3" refType="w" fact="0.25"/>
                        <dgm:constr type="t" for="ch" forName="bottomArc3"/>
                        <dgm:constr type="w" for="ch" forName="bottomArc3" refType="h" refFor="ch" refForName="bottomArc3"/>
                        <dgm:constr type="h" for="ch" forName="bottomArc3" refType="h"/>
                        <dgm:constr type="ctrX" for="ch" forName="topConnNode3" refType="w" fact="0.5"/>
                        <dgm:constr type="t" for="ch" forName="topConnNode3"/>
                        <dgm:constr type="w" for="ch" forName="topConnNode3" refType="h" fact="0.76"/>
                        <dgm:constr type="b" for="ch" forName="topConnNode3" refType="t" refFor="ch" refForName="rootText3"/>
                      </dgm:constrLst>
                    </dgm:if>
                    <dgm:if name="Name118" func="var" arg="hierBranch" op="equ" val="l">
                      <dgm:constrLst>
                        <dgm:constr type="l" for="ch" forName="rootText3"/>
                        <dgm:constr type="t" for="ch" forName="rootText3" refType="h" fact="0.18"/>
                        <dgm:constr type="w" for="ch" forName="rootText3" refType="w"/>
                        <dgm:constr type="h" for="ch" forName="rootText3" refType="h" fact="0.64"/>
                        <dgm:constr type="l" for="ch" forName="topArc3" refType="w" fact="0.25"/>
                        <dgm:constr type="t" for="ch" forName="topArc3"/>
                        <dgm:constr type="w" for="ch" forName="topArc3" refType="h" refFor="ch" refForName="topArc3"/>
                        <dgm:constr type="h" for="ch" forName="topArc3" refType="h"/>
                        <dgm:constr type="l" for="ch" forName="bottomArc3" refType="w" fact="0.25"/>
                        <dgm:constr type="t" for="ch" forName="bottomArc3"/>
                        <dgm:constr type="w" for="ch" forName="bottomArc3" refType="h" refFor="ch" refForName="bottomArc3"/>
                        <dgm:constr type="h" for="ch" forName="bottomArc3" refType="h"/>
                        <dgm:constr type="ctrX" for="ch" forName="topConnNode3" refType="w" fact="0.5"/>
                        <dgm:constr type="t" for="ch" forName="topConnNode3"/>
                        <dgm:constr type="w" for="ch" forName="topConnNode3" refType="h" fact="0.76"/>
                        <dgm:constr type="b" for="ch" forName="topConnNode3" refType="t" refFor="ch" refForName="rootText3"/>
                      </dgm:constrLst>
                    </dgm:if>
                    <dgm:if name="Name119" func="var" arg="hierBranch" op="equ" val="r">
                      <dgm:constrLst>
                        <dgm:constr type="l" for="ch" forName="rootText3"/>
                        <dgm:constr type="t" for="ch" forName="rootText3" refType="h" fact="0.18"/>
                        <dgm:constr type="w" for="ch" forName="rootText3" refType="w"/>
                        <dgm:constr type="h" for="ch" forName="rootText3" refType="h" fact="0.64"/>
                        <dgm:constr type="l" for="ch" forName="topArc3" refType="w" fact="0.25"/>
                        <dgm:constr type="t" for="ch" forName="topArc3"/>
                        <dgm:constr type="w" for="ch" forName="topArc3" refType="h" refFor="ch" refForName="topArc3"/>
                        <dgm:constr type="h" for="ch" forName="topArc3" refType="h"/>
                        <dgm:constr type="l" for="ch" forName="bottomArc3" refType="w" fact="0.25"/>
                        <dgm:constr type="t" for="ch" forName="bottomArc3"/>
                        <dgm:constr type="w" for="ch" forName="bottomArc3" refType="h" refFor="ch" refForName="bottomArc3"/>
                        <dgm:constr type="h" for="ch" forName="bottomArc3" refType="h"/>
                        <dgm:constr type="ctrX" for="ch" forName="topConnNode3" refType="w" fact="0.5"/>
                        <dgm:constr type="t" for="ch" forName="topConnNode3"/>
                        <dgm:constr type="w" for="ch" forName="topConnNode3" refType="h" fact="0.76"/>
                        <dgm:constr type="b" for="ch" forName="topConnNode3" refType="t" refFor="ch" refForName="rootText3"/>
                      </dgm:constrLst>
                    </dgm:if>
                    <dgm:else name="Name120">
                      <dgm:constrLst>
                        <dgm:constr type="l" for="ch" forName="rootText3"/>
                        <dgm:constr type="t" for="ch" forName="rootText3" refType="h" fact="0.18"/>
                        <dgm:constr type="w" for="ch" forName="rootText3" refType="w"/>
                        <dgm:constr type="h" for="ch" forName="rootText3" refType="h" fact="0.64"/>
                        <dgm:constr type="l" for="ch" forName="topArc3" refType="w" fact="0.25"/>
                        <dgm:constr type="t" for="ch" forName="topArc3"/>
                        <dgm:constr type="w" for="ch" forName="topArc3" refType="h" refFor="ch" refForName="topArc3"/>
                        <dgm:constr type="h" for="ch" forName="topArc3" refType="h"/>
                        <dgm:constr type="l" for="ch" forName="bottomArc3" refType="w" fact="0.25"/>
                        <dgm:constr type="t" for="ch" forName="bottomArc3"/>
                        <dgm:constr type="w" for="ch" forName="bottomArc3" refType="h" refFor="ch" refForName="bottomArc3"/>
                        <dgm:constr type="h" for="ch" forName="bottomArc3" refType="h"/>
                        <dgm:constr type="ctrX" for="ch" forName="topConnNode3" refType="w" fact="0.5"/>
                        <dgm:constr type="t" for="ch" forName="topConnNode3"/>
                        <dgm:constr type="w" for="ch" forName="topConnNode3" refType="h" fact="0.76"/>
                        <dgm:constr type="b" for="ch" forName="topConnNode3" refType="t" refFor="ch" refForName="rootText3"/>
                      </dgm:constrLst>
                    </dgm:else>
                  </dgm:choose>
                  <dgm:layoutNode name="rootText3" styleLbl="alignAcc1">
                    <dgm:varLst>
                      <dgm:chPref val="3"/>
                    </dgm:varLst>
                    <dgm:alg type="tx"/>
                    <dgm:shape xmlns:r="http://schemas.openxmlformats.org/officeDocument/2006/relationships" type="rect" r:blip="" hideGeom="1">
                      <dgm:adjLst/>
                    </dgm:shape>
                    <dgm:presOf axis="self" ptType="node" cnt="1"/>
                    <dgm:constrLst>
                      <dgm:constr type="primFontSz" val="65"/>
                      <dgm:constr type="lMarg" refType="primFontSz" fact="0.05"/>
                      <dgm:constr type="rMarg" refType="primFontSz" fact="0.05"/>
                      <dgm:constr type="tMarg" refType="primFontSz" fact="0.05"/>
                      <dgm:constr type="bMarg" refType="primFontSz" fact="0.05"/>
                    </dgm:constrLst>
                    <dgm:ruleLst>
                      <dgm:rule type="primFontSz" val="5" fact="NaN" max="NaN"/>
                    </dgm:ruleLst>
                  </dgm:layoutNode>
                  <dgm:layoutNode name="topArc3" styleLbl="parChTrans1D1" moveWith="rootText3">
                    <dgm:alg type="sp"/>
                    <dgm:shape xmlns:r="http://schemas.openxmlformats.org/officeDocument/2006/relationships" type="arc" r:blip="" zOrderOff="-2">
                      <dgm:adjLst>
                        <dgm:adj idx="1" val="-140"/>
                        <dgm:adj idx="2" val="-40"/>
                      </dgm:adjLst>
                    </dgm:shape>
                    <dgm:presOf/>
                  </dgm:layoutNode>
                  <dgm:layoutNode name="bottomArc3" styleLbl="parChTrans1D1" moveWith="rootText3">
                    <dgm:alg type="sp"/>
                    <dgm:shape xmlns:r="http://schemas.openxmlformats.org/officeDocument/2006/relationships" type="arc" r:blip="" zOrderOff="-2">
                      <dgm:adjLst>
                        <dgm:adj idx="1" val="40"/>
                        <dgm:adj idx="2" val="140"/>
                      </dgm:adjLst>
                    </dgm:shape>
                    <dgm:presOf/>
                  </dgm:layoutNode>
                  <dgm:layoutNode name="topConnNode3" moveWith="rootText3">
                    <dgm:alg type="sp"/>
                    <dgm:shape xmlns:r="http://schemas.openxmlformats.org/officeDocument/2006/relationships" type="rect" r:blip="" hideGeom="1">
                      <dgm:adjLst/>
                    </dgm:shape>
                    <dgm:presOf axis="self" ptType="node" cnt="1"/>
                  </dgm:layoutNode>
                </dgm:layoutNode>
                <dgm:layoutNode name="hierChild6">
                  <dgm:choose name="Name121">
                    <dgm:if name="Name122" func="var" arg="hierBranch" op="equ" val="l">
                      <dgm:alg type="hierChild">
                        <dgm:param type="chAlign" val="r"/>
                        <dgm:param type="linDir" val="fromT"/>
                      </dgm:alg>
                    </dgm:if>
                    <dgm:if name="Name123" func="var" arg="hierBranch" op="equ" val="r">
                      <dgm:alg type="hierChild">
                        <dgm:param type="chAlign" val="l"/>
                        <dgm:param type="linDir" val="fromT"/>
                      </dgm:alg>
                    </dgm:if>
                    <dgm:if name="Name124" func="var" arg="hierBranch" op="equ" val="hang">
                      <dgm:choose name="Name125">
                        <dgm:if name="Name126" func="var" arg="dir" op="equ" val="norm">
                          <dgm:alg type="hierChild">
                            <dgm:param type="chAlign" val="l"/>
                            <dgm:param type="linDir" val="fromL"/>
                            <dgm:param type="secChAlign" val="t"/>
                            <dgm:param type="secLinDir" val="fromT"/>
                          </dgm:alg>
                        </dgm:if>
                        <dgm:else name="Name127">
                          <dgm:alg type="hierChild">
                            <dgm:param type="chAlign" val="l"/>
                            <dgm:param type="linDir" val="fromR"/>
                            <dgm:param type="secChAlign" val="t"/>
                            <dgm:param type="secLinDir" val="fromT"/>
                          </dgm:alg>
                        </dgm:else>
                      </dgm:choose>
                    </dgm:if>
                    <dgm:if name="Name128" func="var" arg="hierBranch" op="equ" val="std">
                      <dgm:choose name="Name129">
                        <dgm:if name="Name130" func="var" arg="dir" op="equ" val="norm">
                          <dgm:alg type="hierChild"/>
                        </dgm:if>
                        <dgm:else name="Name131">
                          <dgm:alg type="hierChild">
                            <dgm:param type="linDir" val="fromR"/>
                          </dgm:alg>
                        </dgm:else>
                      </dgm:choose>
                    </dgm:if>
                    <dgm:if name="Name132" func="var" arg="hierBranch" op="equ" val="init">
                      <dgm:choose name="Name133">
                        <dgm:if name="Name134" axis="des" func="maxDepth" op="lte" val="1">
                          <dgm:alg type="hierChild">
                            <dgm:param type="chAlign" val="l"/>
                            <dgm:param type="linDir" val="fromT"/>
                          </dgm:alg>
                        </dgm:if>
                        <dgm:else name="Name135">
                          <dgm:alg type="hierChild"/>
                        </dgm:else>
                      </dgm:choose>
                    </dgm:if>
                    <dgm:else name="Name136"/>
                  </dgm:choose>
                  <dgm:shape xmlns:r="http://schemas.openxmlformats.org/officeDocument/2006/relationships" r:blip="">
                    <dgm:adjLst/>
                  </dgm:shape>
                  <dgm:presOf/>
                  <dgm:forEach name="Name137" ref="rep2a"/>
                </dgm:layoutNode>
                <dgm:layoutNode name="hierChild7">
                  <dgm:choose name="Name138">
                    <dgm:if name="Name139" func="var" arg="dir" op="equ" val="norm">
                      <dgm:alg type="hierChild">
                        <dgm:param type="chAlign" val="l"/>
                        <dgm:param type="linDir" val="fromL"/>
                        <dgm:param type="secChAlign" val="t"/>
                        <dgm:param type="secLinDir" val="fromT"/>
                      </dgm:alg>
                    </dgm:if>
                    <dgm:else name="Name140">
                      <dgm:alg type="hierChild">
                        <dgm:param type="chAlign" val="l"/>
                        <dgm:param type="linDir" val="fromR"/>
                        <dgm:param type="secChAlign" val="t"/>
                        <dgm:param type="secLinDir" val="fromT"/>
                      </dgm:alg>
                    </dgm:else>
                  </dgm:choose>
                  <dgm:shape xmlns:r="http://schemas.openxmlformats.org/officeDocument/2006/relationships" r:blip="">
                    <dgm:adjLst/>
                  </dgm:shape>
                  <dgm:presOf/>
                  <dgm:forEach name="Name141" ref="rep2b"/>
                </dgm:layoutNode>
              </dgm:layoutNode>
            </dgm:forEach>
          </dgm:layoutNode>
        </dgm:layoutNode>
      </dgm:forEach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CDE9F8E-387F-7741-B173-CE0E7E491B33}" type="datetimeFigureOut">
              <a:rPr lang="en-US" smtClean="0"/>
              <a:t>3/25/2025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45EFA3F-6CDE-0A49-9092-00020FAEB46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0182444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742404F-EE53-E040-B897-990E8875EA01}" type="slidenum">
              <a:rPr lang="en-US" smtClean="0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68864108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742404F-EE53-E040-B897-990E8875EA01}" type="slidenum">
              <a:rPr lang="en-US" smtClean="0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50692536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742404F-EE53-E040-B897-990E8875EA01}" type="slidenum">
              <a:rPr lang="en-US" smtClean="0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55019226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742404F-EE53-E040-B897-990E8875EA01}" type="slidenum">
              <a:rPr lang="en-US" smtClean="0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1912063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742404F-EE53-E040-B897-990E8875EA01}" type="slidenum">
              <a:rPr lang="en-US" smtClean="0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0269546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742404F-EE53-E040-B897-990E8875EA01}" type="slidenum">
              <a:rPr lang="en-US" smtClean="0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84247213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742404F-EE53-E040-B897-990E8875EA01}" type="slidenum">
              <a:rPr lang="en-US" smtClean="0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57547839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742404F-EE53-E040-B897-990E8875EA01}" type="slidenum">
              <a:rPr lang="en-US" smtClean="0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5708265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742404F-EE53-E040-B897-990E8875EA01}" type="slidenum">
              <a:rPr lang="en-US" smtClean="0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88649813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45EFA3F-6CDE-0A49-9092-00020FAEB462}" type="slidenum">
              <a:rPr lang="en-US" smtClean="0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44353449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45EFA3F-6CDE-0A49-9092-00020FAEB462}" type="slidenum">
              <a:rPr lang="en-US" smtClean="0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8931298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45EFA3F-6CDE-0A49-9092-00020FAEB462}" type="slidenum">
              <a:rPr lang="en-US" smtClean="0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8088545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2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51665B-C24A-4702-B522-6A4334602E03}" type="datetimeFigureOut">
              <a:rPr lang="en-US" smtClean="0"/>
              <a:t>3/25/2025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D889E0-CAB2-4699-909D-B9A88D47ACBE}" type="slidenum">
              <a:rPr lang="en-US" smtClean="0"/>
              <a:t>‹#›</a:t>
            </a:fld>
            <a:endParaRPr lang="en-US"/>
          </a:p>
        </p:txBody>
      </p:sp>
      <p:sp>
        <p:nvSpPr>
          <p:cNvPr id="7" name="Rectangle 6"/>
          <p:cNvSpPr/>
          <p:nvPr/>
        </p:nvSpPr>
        <p:spPr>
          <a:xfrm>
            <a:off x="284163" y="444728"/>
            <a:ext cx="8574087" cy="1468437"/>
          </a:xfrm>
          <a:prstGeom prst="rect">
            <a:avLst/>
          </a:prstGeom>
          <a:solidFill>
            <a:schemeClr val="tx1">
              <a:lumMod val="85000"/>
              <a:lumOff val="15000"/>
              <a:alpha val="85000"/>
            </a:schemeClr>
          </a:solidFill>
        </p:spPr>
        <p:txBody>
          <a:bodyPr vert="horz" lIns="91440" tIns="45720" rIns="182880" bIns="365760" rtlCol="0" anchor="b" anchorCtr="0">
            <a:normAutofit/>
          </a:bodyPr>
          <a:lstStyle/>
          <a:p>
            <a:pPr algn="l" defTabSz="914400" rtl="0" eaLnBrk="1" latinLnBrk="0" hangingPunct="1">
              <a:spcBef>
                <a:spcPct val="0"/>
              </a:spcBef>
              <a:buNone/>
            </a:pPr>
            <a:endParaRPr sz="4200" kern="1200">
              <a:solidFill>
                <a:schemeClr val="bg1"/>
              </a:solidFill>
              <a:latin typeface="+mj-lt"/>
              <a:ea typeface="+mj-ea"/>
              <a:cs typeface="+mj-cs"/>
            </a:endParaRPr>
          </a:p>
        </p:txBody>
      </p:sp>
      <p:grpSp>
        <p:nvGrpSpPr>
          <p:cNvPr id="8" name="Group 16"/>
          <p:cNvGrpSpPr/>
          <p:nvPr/>
        </p:nvGrpSpPr>
        <p:grpSpPr>
          <a:xfrm>
            <a:off x="284163" y="1906542"/>
            <a:ext cx="8576373" cy="137411"/>
            <a:chOff x="284163" y="1759424"/>
            <a:chExt cx="8576373" cy="137411"/>
          </a:xfrm>
        </p:grpSpPr>
        <p:sp>
          <p:nvSpPr>
            <p:cNvPr id="9" name="Rectangle 8"/>
            <p:cNvSpPr/>
            <p:nvPr/>
          </p:nvSpPr>
          <p:spPr>
            <a:xfrm>
              <a:off x="284163" y="1759424"/>
              <a:ext cx="2743200" cy="137411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0" name="Rectangle 9"/>
            <p:cNvSpPr/>
            <p:nvPr/>
          </p:nvSpPr>
          <p:spPr>
            <a:xfrm>
              <a:off x="3026392" y="1759424"/>
              <a:ext cx="1600200" cy="137411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1" name="Rectangle 10"/>
            <p:cNvSpPr/>
            <p:nvPr/>
          </p:nvSpPr>
          <p:spPr>
            <a:xfrm>
              <a:off x="4626864" y="1759424"/>
              <a:ext cx="4233672" cy="137411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421341" y="449005"/>
            <a:ext cx="7808976" cy="1088136"/>
          </a:xfrm>
          <a:noFill/>
        </p:spPr>
        <p:txBody>
          <a:bodyPr vert="horz" lIns="91440" tIns="45720" rIns="91440" bIns="45720" rtlCol="0" anchor="b" anchorCtr="0">
            <a:normAutofit/>
          </a:bodyPr>
          <a:lstStyle>
            <a:lvl1pPr marL="0" algn="l" defTabSz="914400" rtl="0" eaLnBrk="1" latinLnBrk="0" hangingPunct="1">
              <a:lnSpc>
                <a:spcPts val="4600"/>
              </a:lnSpc>
              <a:spcBef>
                <a:spcPct val="0"/>
              </a:spcBef>
              <a:buNone/>
              <a:defRPr sz="4200" kern="1200">
                <a:solidFill>
                  <a:schemeClr val="bg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fi-FI"/>
              <a:t>Click to edit Master title style</a:t>
            </a:r>
            <a:endParaRPr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476205" y="1532427"/>
            <a:ext cx="7754112" cy="484632"/>
          </a:xfrm>
        </p:spPr>
        <p:txBody>
          <a:bodyPr vert="horz" lIns="91440" tIns="45720" rIns="91440" bIns="45720" rtlCol="0">
            <a:norm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None/>
              <a:defRPr sz="18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fi-FI"/>
              <a:t>Click to edit Master subtitle style</a:t>
            </a:r>
            <a:endParaRPr dirty="0"/>
          </a:p>
        </p:txBody>
      </p:sp>
      <p:sp>
        <p:nvSpPr>
          <p:cNvPr id="13" name="Rectangle 12"/>
          <p:cNvSpPr/>
          <p:nvPr/>
        </p:nvSpPr>
        <p:spPr>
          <a:xfrm>
            <a:off x="284163" y="6227064"/>
            <a:ext cx="8574087" cy="173736"/>
          </a:xfrm>
          <a:prstGeom prst="rect">
            <a:avLst/>
          </a:prstGeom>
          <a:solidFill>
            <a:schemeClr val="tx1">
              <a:lumMod val="85000"/>
              <a:lumOff val="15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026" name="Picture 2" descr="Image result for AIUB logo">
            <a:extLst>
              <a:ext uri="{FF2B5EF4-FFF2-40B4-BE49-F238E27FC236}">
                <a16:creationId xmlns:a16="http://schemas.microsoft.com/office/drawing/2014/main" id="{CF3BFD94-6180-4B73-8361-A4B02BAD1757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438596" y="459899"/>
            <a:ext cx="1419654" cy="142852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284163" y="455773"/>
            <a:ext cx="8574087" cy="1133949"/>
          </a:xfrm>
          <a:prstGeom prst="rect">
            <a:avLst/>
          </a:prstGeom>
          <a:solidFill>
            <a:schemeClr val="tx1">
              <a:lumMod val="85000"/>
              <a:lumOff val="15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grpSp>
        <p:nvGrpSpPr>
          <p:cNvPr id="8" name="Group 7"/>
          <p:cNvGrpSpPr/>
          <p:nvPr/>
        </p:nvGrpSpPr>
        <p:grpSpPr>
          <a:xfrm>
            <a:off x="284163" y="1577847"/>
            <a:ext cx="8576373" cy="137411"/>
            <a:chOff x="284163" y="1577847"/>
            <a:chExt cx="8576373" cy="137411"/>
          </a:xfrm>
        </p:grpSpPr>
        <p:sp>
          <p:nvSpPr>
            <p:cNvPr id="9" name="Rectangle 8"/>
            <p:cNvSpPr/>
            <p:nvPr/>
          </p:nvSpPr>
          <p:spPr>
            <a:xfrm>
              <a:off x="284163" y="1577847"/>
              <a:ext cx="1600200" cy="137411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0" name="Rectangle 9"/>
            <p:cNvSpPr/>
            <p:nvPr/>
          </p:nvSpPr>
          <p:spPr>
            <a:xfrm>
              <a:off x="1885174" y="1577847"/>
              <a:ext cx="2743200" cy="137411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1" name="Rectangle 10"/>
            <p:cNvSpPr/>
            <p:nvPr/>
          </p:nvSpPr>
          <p:spPr>
            <a:xfrm>
              <a:off x="4626864" y="1577847"/>
              <a:ext cx="4233672" cy="137411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i-FI"/>
              <a:t>Click to edit Master title style</a:t>
            </a:r>
            <a:endParaRPr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>
            <a:lvl5pPr>
              <a:defRPr/>
            </a:lvl5pPr>
          </a:lstStyle>
          <a:p>
            <a:pPr lvl="0"/>
            <a:r>
              <a:rPr lang="fi-FI"/>
              <a:t>Click to edit Master text styles</a:t>
            </a:r>
          </a:p>
          <a:p>
            <a:pPr lvl="1"/>
            <a:r>
              <a:rPr lang="fi-FI"/>
              <a:t>Second level</a:t>
            </a:r>
          </a:p>
          <a:p>
            <a:pPr lvl="2"/>
            <a:r>
              <a:rPr lang="fi-FI"/>
              <a:t>Third level</a:t>
            </a:r>
          </a:p>
          <a:p>
            <a:pPr lvl="3"/>
            <a:r>
              <a:rPr lang="fi-FI"/>
              <a:t>Fourth level</a:t>
            </a:r>
          </a:p>
          <a:p>
            <a:pPr lvl="4"/>
            <a:r>
              <a:rPr lang="fi-FI"/>
              <a:t>Fifth level</a:t>
            </a:r>
            <a:endParaRPr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51665B-C24A-4702-B522-6A4334602E03}" type="datetimeFigureOut">
              <a:rPr lang="en-US" smtClean="0"/>
              <a:t>3/25/2025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D889E0-CAB2-4699-909D-B9A88D47ACBE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Slide with Pictu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Rectangle 17"/>
          <p:cNvSpPr/>
          <p:nvPr/>
        </p:nvSpPr>
        <p:spPr>
          <a:xfrm>
            <a:off x="284163" y="444728"/>
            <a:ext cx="8574087" cy="1468437"/>
          </a:xfrm>
          <a:prstGeom prst="rect">
            <a:avLst/>
          </a:prstGeom>
          <a:solidFill>
            <a:schemeClr val="tx1">
              <a:lumMod val="85000"/>
              <a:lumOff val="15000"/>
              <a:alpha val="85000"/>
            </a:schemeClr>
          </a:solidFill>
        </p:spPr>
        <p:txBody>
          <a:bodyPr vert="horz" lIns="91440" tIns="45720" rIns="182880" bIns="365760" rtlCol="0" anchor="b" anchorCtr="0">
            <a:normAutofit/>
          </a:bodyPr>
          <a:lstStyle/>
          <a:p>
            <a:pPr algn="l" defTabSz="914400" rtl="0" eaLnBrk="1" latinLnBrk="0" hangingPunct="1">
              <a:spcBef>
                <a:spcPct val="0"/>
              </a:spcBef>
              <a:buNone/>
            </a:pPr>
            <a:endParaRPr sz="4200" kern="1200">
              <a:solidFill>
                <a:schemeClr val="bg1"/>
              </a:solidFill>
              <a:latin typeface="+mj-lt"/>
              <a:ea typeface="+mj-ea"/>
              <a:cs typeface="+mj-cs"/>
            </a:endParaRP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51665B-C24A-4702-B522-6A4334602E03}" type="datetimeFigureOut">
              <a:rPr lang="en-US" smtClean="0"/>
              <a:t>3/25/2025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D889E0-CAB2-4699-909D-B9A88D47ACBE}" type="slidenum">
              <a:rPr lang="en-US" smtClean="0"/>
              <a:t>‹#›</a:t>
            </a:fld>
            <a:endParaRPr lang="en-US"/>
          </a:p>
        </p:txBody>
      </p:sp>
      <p:sp>
        <p:nvSpPr>
          <p:cNvPr id="8" name="Picture Placeholder 7"/>
          <p:cNvSpPr>
            <a:spLocks noGrp="1"/>
          </p:cNvSpPr>
          <p:nvPr>
            <p:ph type="pic" sz="quarter" idx="13"/>
          </p:nvPr>
        </p:nvSpPr>
        <p:spPr>
          <a:xfrm>
            <a:off x="284162" y="2017058"/>
            <a:ext cx="8574087" cy="4377391"/>
          </a:xfrm>
        </p:spPr>
        <p:txBody>
          <a:bodyPr/>
          <a:lstStyle>
            <a:lvl1pPr>
              <a:buNone/>
              <a:defRPr/>
            </a:lvl1pPr>
          </a:lstStyle>
          <a:p>
            <a:r>
              <a:rPr lang="fi-FI"/>
              <a:t>Drag picture to placeholder or click icon to add</a:t>
            </a:r>
            <a:endParaRPr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472420" y="1532965"/>
            <a:ext cx="7754284" cy="484094"/>
          </a:xfrm>
        </p:spPr>
        <p:txBody>
          <a:bodyPr>
            <a:norm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1800">
                <a:solidFill>
                  <a:schemeClr val="bg1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fi-FI"/>
              <a:t>Click to edit Master subtitle style</a:t>
            </a:r>
            <a:endParaRPr dirty="0"/>
          </a:p>
        </p:txBody>
      </p:sp>
      <p:grpSp>
        <p:nvGrpSpPr>
          <p:cNvPr id="7" name="Group 16"/>
          <p:cNvGrpSpPr/>
          <p:nvPr/>
        </p:nvGrpSpPr>
        <p:grpSpPr>
          <a:xfrm>
            <a:off x="284163" y="1906542"/>
            <a:ext cx="8576373" cy="137411"/>
            <a:chOff x="284163" y="1759424"/>
            <a:chExt cx="8576373" cy="137411"/>
          </a:xfrm>
        </p:grpSpPr>
        <p:sp>
          <p:nvSpPr>
            <p:cNvPr id="11" name="Rectangle 10"/>
            <p:cNvSpPr/>
            <p:nvPr/>
          </p:nvSpPr>
          <p:spPr>
            <a:xfrm>
              <a:off x="284163" y="1759424"/>
              <a:ext cx="2743200" cy="137411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2" name="Rectangle 11"/>
            <p:cNvSpPr/>
            <p:nvPr/>
          </p:nvSpPr>
          <p:spPr>
            <a:xfrm>
              <a:off x="3026392" y="1759424"/>
              <a:ext cx="1600200" cy="137411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3" name="Rectangle 12"/>
            <p:cNvSpPr/>
            <p:nvPr/>
          </p:nvSpPr>
          <p:spPr>
            <a:xfrm>
              <a:off x="4626864" y="1759424"/>
              <a:ext cx="4233672" cy="137411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</p:grpSp>
      <p:sp>
        <p:nvSpPr>
          <p:cNvPr id="19" name="TextBox 18"/>
          <p:cNvSpPr txBox="1"/>
          <p:nvPr/>
        </p:nvSpPr>
        <p:spPr>
          <a:xfrm>
            <a:off x="8230889" y="444728"/>
            <a:ext cx="587020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sz="3600">
                <a:solidFill>
                  <a:schemeClr val="bg1"/>
                </a:solidFill>
                <a:sym typeface="Wingdings"/>
              </a:rPr>
              <a:t></a:t>
            </a:r>
            <a:endParaRPr sz="3600">
              <a:solidFill>
                <a:schemeClr val="bg1"/>
              </a:solidFill>
            </a:endParaRPr>
          </a:p>
        </p:txBody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418633" y="444728"/>
            <a:ext cx="7810967" cy="1088237"/>
          </a:xfrm>
          <a:noFill/>
        </p:spPr>
        <p:txBody>
          <a:bodyPr bIns="45720" anchor="b" anchorCtr="0">
            <a:normAutofit/>
          </a:bodyPr>
          <a:lstStyle>
            <a:lvl1pPr algn="l">
              <a:lnSpc>
                <a:spcPts val="4600"/>
              </a:lnSpc>
              <a:defRPr/>
            </a:lvl1pPr>
          </a:lstStyle>
          <a:p>
            <a:r>
              <a:rPr lang="fi-FI"/>
              <a:t>Click to edit Master title style</a:t>
            </a:r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284163" y="4801575"/>
            <a:ext cx="8574087" cy="1468437"/>
          </a:xfrm>
          <a:prstGeom prst="rect">
            <a:avLst/>
          </a:prstGeom>
          <a:solidFill>
            <a:schemeClr val="tx1">
              <a:lumMod val="85000"/>
              <a:lumOff val="15000"/>
              <a:alpha val="85000"/>
            </a:schemeClr>
          </a:solidFill>
        </p:spPr>
        <p:txBody>
          <a:bodyPr vert="horz" lIns="91440" tIns="45720" rIns="182880" bIns="365760" rtlCol="0" anchor="b" anchorCtr="0">
            <a:normAutofit/>
          </a:bodyPr>
          <a:lstStyle/>
          <a:p>
            <a:pPr algn="l" defTabSz="914400" rtl="0" eaLnBrk="1" latinLnBrk="0" hangingPunct="1">
              <a:spcBef>
                <a:spcPct val="0"/>
              </a:spcBef>
              <a:buNone/>
            </a:pPr>
            <a:endParaRPr sz="4200" kern="1200">
              <a:solidFill>
                <a:schemeClr val="bg1"/>
              </a:solidFill>
              <a:latin typeface="+mj-lt"/>
              <a:ea typeface="+mj-ea"/>
              <a:cs typeface="+mj-cs"/>
            </a:endParaRPr>
          </a:p>
        </p:txBody>
      </p:sp>
      <p:grpSp>
        <p:nvGrpSpPr>
          <p:cNvPr id="9" name="Group 8"/>
          <p:cNvGrpSpPr/>
          <p:nvPr/>
        </p:nvGrpSpPr>
        <p:grpSpPr>
          <a:xfrm>
            <a:off x="284163" y="6263389"/>
            <a:ext cx="8576373" cy="137411"/>
            <a:chOff x="284163" y="1759424"/>
            <a:chExt cx="8576373" cy="137411"/>
          </a:xfrm>
        </p:grpSpPr>
        <p:sp>
          <p:nvSpPr>
            <p:cNvPr id="10" name="Rectangle 9"/>
            <p:cNvSpPr/>
            <p:nvPr/>
          </p:nvSpPr>
          <p:spPr>
            <a:xfrm>
              <a:off x="284163" y="1759424"/>
              <a:ext cx="2743200" cy="137411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1" name="Rectangle 10"/>
            <p:cNvSpPr/>
            <p:nvPr/>
          </p:nvSpPr>
          <p:spPr>
            <a:xfrm>
              <a:off x="3026392" y="1759424"/>
              <a:ext cx="1600200" cy="137411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2" name="Rectangle 11"/>
            <p:cNvSpPr/>
            <p:nvPr/>
          </p:nvSpPr>
          <p:spPr>
            <a:xfrm>
              <a:off x="4626864" y="1759424"/>
              <a:ext cx="4233672" cy="137411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</p:grpSp>
      <p:sp>
        <p:nvSpPr>
          <p:cNvPr id="13" name="TextBox 12"/>
          <p:cNvSpPr txBox="1"/>
          <p:nvPr/>
        </p:nvSpPr>
        <p:spPr>
          <a:xfrm>
            <a:off x="8230889" y="4801575"/>
            <a:ext cx="587020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sz="3600">
                <a:solidFill>
                  <a:schemeClr val="bg1"/>
                </a:solidFill>
                <a:sym typeface="Wingdings"/>
              </a:rPr>
              <a:t></a:t>
            </a:r>
            <a:endParaRPr sz="3600">
              <a:solidFill>
                <a:schemeClr val="bg1"/>
              </a:solidFill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29768" y="4814125"/>
            <a:ext cx="7772400" cy="1051560"/>
          </a:xfrm>
          <a:noFill/>
        </p:spPr>
        <p:txBody>
          <a:bodyPr vert="horz" lIns="91440" tIns="45720" rIns="91440" bIns="45720" rtlCol="0" anchor="b" anchorCtr="0">
            <a:normAutofit/>
          </a:bodyPr>
          <a:lstStyle>
            <a:lvl1pPr algn="l" defTabSz="914400" rtl="0" eaLnBrk="1" latinLnBrk="0" hangingPunct="1">
              <a:spcBef>
                <a:spcPct val="0"/>
              </a:spcBef>
              <a:buNone/>
              <a:defRPr sz="4200" b="0" i="0" kern="1200" cap="none" baseline="0">
                <a:solidFill>
                  <a:schemeClr val="bg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fi-FI"/>
              <a:t>Click to edit Master title style</a:t>
            </a:r>
            <a:endParaRPr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75488" y="5861304"/>
            <a:ext cx="7735824" cy="402336"/>
          </a:xfrm>
        </p:spPr>
        <p:txBody>
          <a:bodyPr vert="horz" lIns="91440" tIns="45720" rIns="91440" bIns="45720" rtlCol="0" anchor="t" anchorCtr="0">
            <a:normAutofit/>
          </a:bodyPr>
          <a:lstStyle>
            <a:lvl1pPr marL="0" indent="0">
              <a:spcBef>
                <a:spcPts val="0"/>
              </a:spcBef>
              <a:buNone/>
              <a:defRPr sz="18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marL="0" lvl="0" indent="0" algn="l" defTabSz="914400" rtl="0" eaLnBrk="1" latinLnBrk="0" hangingPunct="1">
              <a:spcBef>
                <a:spcPts val="20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None/>
            </a:pPr>
            <a:r>
              <a:rPr lang="fi-FI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51665B-C24A-4702-B522-6A4334602E03}" type="datetimeFigureOut">
              <a:rPr lang="en-US" smtClean="0"/>
              <a:t>3/25/2025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D889E0-CAB2-4699-909D-B9A88D47ACBE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ection with Pictu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Picture Placeholder 7"/>
          <p:cNvSpPr>
            <a:spLocks noGrp="1"/>
          </p:cNvSpPr>
          <p:nvPr>
            <p:ph type="pic" sz="quarter" idx="13"/>
          </p:nvPr>
        </p:nvSpPr>
        <p:spPr>
          <a:xfrm>
            <a:off x="284162" y="443754"/>
            <a:ext cx="8574087" cy="4370293"/>
          </a:xfrm>
        </p:spPr>
        <p:txBody>
          <a:bodyPr/>
          <a:lstStyle>
            <a:lvl1pPr>
              <a:buNone/>
              <a:defRPr/>
            </a:lvl1pPr>
          </a:lstStyle>
          <a:p>
            <a:r>
              <a:rPr lang="fi-FI"/>
              <a:t>Drag picture to placeholder or click icon to add</a:t>
            </a:r>
            <a:endParaRPr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51665B-C24A-4702-B522-6A4334602E03}" type="datetimeFigureOut">
              <a:rPr lang="en-US" smtClean="0"/>
              <a:t>3/25/2025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D889E0-CAB2-4699-909D-B9A88D47ACBE}" type="slidenum">
              <a:rPr lang="en-US" smtClean="0"/>
              <a:t>‹#›</a:t>
            </a:fld>
            <a:endParaRPr lang="en-US"/>
          </a:p>
        </p:txBody>
      </p:sp>
      <p:sp>
        <p:nvSpPr>
          <p:cNvPr id="7" name="Rectangle 6"/>
          <p:cNvSpPr/>
          <p:nvPr/>
        </p:nvSpPr>
        <p:spPr>
          <a:xfrm>
            <a:off x="284163" y="4801575"/>
            <a:ext cx="8574087" cy="1468437"/>
          </a:xfrm>
          <a:prstGeom prst="rect">
            <a:avLst/>
          </a:prstGeom>
          <a:solidFill>
            <a:schemeClr val="tx1">
              <a:lumMod val="85000"/>
              <a:lumOff val="15000"/>
              <a:alpha val="85000"/>
            </a:schemeClr>
          </a:solidFill>
        </p:spPr>
        <p:txBody>
          <a:bodyPr vert="horz" lIns="91440" tIns="45720" rIns="182880" bIns="365760" rtlCol="0" anchor="b" anchorCtr="0">
            <a:normAutofit/>
          </a:bodyPr>
          <a:lstStyle/>
          <a:p>
            <a:pPr algn="l" defTabSz="914400" rtl="0" eaLnBrk="1" latinLnBrk="0" hangingPunct="1">
              <a:spcBef>
                <a:spcPct val="0"/>
              </a:spcBef>
              <a:buNone/>
            </a:pPr>
            <a:endParaRPr sz="4200" kern="1200">
              <a:solidFill>
                <a:schemeClr val="bg1"/>
              </a:solidFill>
              <a:latin typeface="+mj-lt"/>
              <a:ea typeface="+mj-ea"/>
              <a:cs typeface="+mj-cs"/>
            </a:endParaRPr>
          </a:p>
        </p:txBody>
      </p:sp>
      <p:grpSp>
        <p:nvGrpSpPr>
          <p:cNvPr id="8" name="Group 7"/>
          <p:cNvGrpSpPr/>
          <p:nvPr/>
        </p:nvGrpSpPr>
        <p:grpSpPr>
          <a:xfrm>
            <a:off x="284163" y="6263389"/>
            <a:ext cx="8576373" cy="137411"/>
            <a:chOff x="284163" y="1759424"/>
            <a:chExt cx="8576373" cy="137411"/>
          </a:xfrm>
        </p:grpSpPr>
        <p:sp>
          <p:nvSpPr>
            <p:cNvPr id="9" name="Rectangle 8"/>
            <p:cNvSpPr/>
            <p:nvPr/>
          </p:nvSpPr>
          <p:spPr>
            <a:xfrm>
              <a:off x="284163" y="1759424"/>
              <a:ext cx="2743200" cy="137411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0" name="Rectangle 9"/>
            <p:cNvSpPr/>
            <p:nvPr/>
          </p:nvSpPr>
          <p:spPr>
            <a:xfrm>
              <a:off x="3026392" y="1759424"/>
              <a:ext cx="1600200" cy="137411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1" name="Rectangle 10"/>
            <p:cNvSpPr/>
            <p:nvPr/>
          </p:nvSpPr>
          <p:spPr>
            <a:xfrm>
              <a:off x="4626864" y="1759424"/>
              <a:ext cx="4233672" cy="137411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</p:grpSp>
      <p:sp>
        <p:nvSpPr>
          <p:cNvPr id="12" name="TextBox 11"/>
          <p:cNvSpPr txBox="1"/>
          <p:nvPr/>
        </p:nvSpPr>
        <p:spPr>
          <a:xfrm>
            <a:off x="8230889" y="4801575"/>
            <a:ext cx="587020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sz="3600">
                <a:solidFill>
                  <a:schemeClr val="bg1"/>
                </a:solidFill>
                <a:sym typeface="Wingdings"/>
              </a:rPr>
              <a:t></a:t>
            </a:r>
            <a:endParaRPr sz="3600">
              <a:solidFill>
                <a:schemeClr val="bg1"/>
              </a:solidFill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30306" y="4814047"/>
            <a:ext cx="7772400" cy="1048871"/>
          </a:xfrm>
          <a:noFill/>
        </p:spPr>
        <p:txBody>
          <a:bodyPr anchor="b" anchorCtr="0">
            <a:normAutofit/>
          </a:bodyPr>
          <a:lstStyle>
            <a:lvl1pPr algn="l">
              <a:defRPr sz="4200" b="0" i="0" cap="none" baseline="0"/>
            </a:lvl1pPr>
          </a:lstStyle>
          <a:p>
            <a:r>
              <a:rPr lang="fi-FI"/>
              <a:t>Click to edit Master title style</a:t>
            </a:r>
            <a:endParaRPr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70647" y="5862918"/>
            <a:ext cx="7732059" cy="403412"/>
          </a:xfrm>
        </p:spPr>
        <p:txBody>
          <a:bodyPr anchor="t" anchorCtr="0">
            <a:normAutofit/>
          </a:bodyPr>
          <a:lstStyle>
            <a:lvl1pPr marL="0" indent="0">
              <a:spcBef>
                <a:spcPts val="0"/>
              </a:spcBef>
              <a:buNone/>
              <a:defRPr sz="1800">
                <a:solidFill>
                  <a:schemeClr val="bg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fi-FI"/>
              <a:t>Click to edit Master text styles</a:t>
            </a:r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284163" y="455773"/>
            <a:ext cx="8574087" cy="1133949"/>
          </a:xfrm>
          <a:prstGeom prst="rect">
            <a:avLst/>
          </a:prstGeom>
          <a:solidFill>
            <a:schemeClr val="tx1">
              <a:lumMod val="85000"/>
              <a:lumOff val="15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grpSp>
        <p:nvGrpSpPr>
          <p:cNvPr id="9" name="Group 8"/>
          <p:cNvGrpSpPr/>
          <p:nvPr/>
        </p:nvGrpSpPr>
        <p:grpSpPr>
          <a:xfrm>
            <a:off x="284163" y="1577847"/>
            <a:ext cx="8576373" cy="137411"/>
            <a:chOff x="284163" y="1577847"/>
            <a:chExt cx="8576373" cy="137411"/>
          </a:xfrm>
        </p:grpSpPr>
        <p:sp>
          <p:nvSpPr>
            <p:cNvPr id="10" name="Rectangle 9"/>
            <p:cNvSpPr/>
            <p:nvPr/>
          </p:nvSpPr>
          <p:spPr>
            <a:xfrm>
              <a:off x="284163" y="1577847"/>
              <a:ext cx="1600200" cy="137411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1" name="Rectangle 10"/>
            <p:cNvSpPr/>
            <p:nvPr/>
          </p:nvSpPr>
          <p:spPr>
            <a:xfrm>
              <a:off x="1885174" y="1577847"/>
              <a:ext cx="2743200" cy="137411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2" name="Rectangle 11"/>
            <p:cNvSpPr/>
            <p:nvPr/>
          </p:nvSpPr>
          <p:spPr>
            <a:xfrm>
              <a:off x="4626864" y="1577847"/>
              <a:ext cx="4233672" cy="137411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i-FI"/>
              <a:t>Click to edit Master title style</a:t>
            </a:r>
            <a:endParaRPr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03412" y="2151063"/>
            <a:ext cx="3931920" cy="3975100"/>
          </a:xfrm>
        </p:spPr>
        <p:txBody>
          <a:bodyPr>
            <a:normAutofit/>
          </a:bodyPr>
          <a:lstStyle>
            <a:lvl1pPr>
              <a:defRPr sz="2200"/>
            </a:lvl1pPr>
            <a:lvl2pPr>
              <a:defRPr sz="20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fi-FI"/>
              <a:t>Click to edit Master text styles</a:t>
            </a:r>
          </a:p>
          <a:p>
            <a:pPr lvl="1"/>
            <a:r>
              <a:rPr lang="fi-FI"/>
              <a:t>Second level</a:t>
            </a:r>
          </a:p>
          <a:p>
            <a:pPr lvl="2"/>
            <a:r>
              <a:rPr lang="fi-FI"/>
              <a:t>Third level</a:t>
            </a:r>
          </a:p>
          <a:p>
            <a:pPr lvl="3"/>
            <a:r>
              <a:rPr lang="fi-FI"/>
              <a:t>Fourth level</a:t>
            </a:r>
          </a:p>
          <a:p>
            <a:pPr lvl="4"/>
            <a:r>
              <a:rPr lang="fi-FI"/>
              <a:t>Fifth level</a:t>
            </a:r>
            <a:endParaRPr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778188" y="2151063"/>
            <a:ext cx="3931920" cy="3975100"/>
          </a:xfrm>
        </p:spPr>
        <p:txBody>
          <a:bodyPr>
            <a:normAutofit/>
          </a:bodyPr>
          <a:lstStyle>
            <a:lvl1pPr>
              <a:defRPr sz="2200"/>
            </a:lvl1pPr>
            <a:lvl2pPr>
              <a:defRPr sz="20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fi-FI"/>
              <a:t>Click to edit Master text styles</a:t>
            </a:r>
          </a:p>
          <a:p>
            <a:pPr lvl="1"/>
            <a:r>
              <a:rPr lang="fi-FI"/>
              <a:t>Second level</a:t>
            </a:r>
          </a:p>
          <a:p>
            <a:pPr lvl="2"/>
            <a:r>
              <a:rPr lang="fi-FI"/>
              <a:t>Third level</a:t>
            </a:r>
          </a:p>
          <a:p>
            <a:pPr lvl="3"/>
            <a:r>
              <a:rPr lang="fi-FI"/>
              <a:t>Fourth level</a:t>
            </a:r>
          </a:p>
          <a:p>
            <a:pPr lvl="4"/>
            <a:r>
              <a:rPr lang="fi-FI"/>
              <a:t>Fifth level</a:t>
            </a:r>
            <a:endParaRPr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51665B-C24A-4702-B522-6A4334602E03}" type="datetimeFigureOut">
              <a:rPr lang="en-US" smtClean="0"/>
              <a:t>3/25/2025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D889E0-CAB2-4699-909D-B9A88D47ACBE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/>
          <p:cNvSpPr/>
          <p:nvPr/>
        </p:nvSpPr>
        <p:spPr>
          <a:xfrm>
            <a:off x="284163" y="455773"/>
            <a:ext cx="8574087" cy="1133949"/>
          </a:xfrm>
          <a:prstGeom prst="rect">
            <a:avLst/>
          </a:prstGeom>
          <a:solidFill>
            <a:schemeClr val="tx1">
              <a:lumMod val="85000"/>
              <a:lumOff val="15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grpSp>
        <p:nvGrpSpPr>
          <p:cNvPr id="11" name="Group 10"/>
          <p:cNvGrpSpPr/>
          <p:nvPr/>
        </p:nvGrpSpPr>
        <p:grpSpPr>
          <a:xfrm>
            <a:off x="284163" y="1577847"/>
            <a:ext cx="8576373" cy="137411"/>
            <a:chOff x="284163" y="1577847"/>
            <a:chExt cx="8576373" cy="137411"/>
          </a:xfrm>
        </p:grpSpPr>
        <p:sp>
          <p:nvSpPr>
            <p:cNvPr id="12" name="Rectangle 11"/>
            <p:cNvSpPr/>
            <p:nvPr/>
          </p:nvSpPr>
          <p:spPr>
            <a:xfrm>
              <a:off x="284163" y="1577847"/>
              <a:ext cx="1600200" cy="137411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3" name="Rectangle 12"/>
            <p:cNvSpPr/>
            <p:nvPr/>
          </p:nvSpPr>
          <p:spPr>
            <a:xfrm>
              <a:off x="1885174" y="1577847"/>
              <a:ext cx="2743200" cy="137411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4" name="Rectangle 13"/>
            <p:cNvSpPr/>
            <p:nvPr/>
          </p:nvSpPr>
          <p:spPr>
            <a:xfrm>
              <a:off x="4626864" y="1577847"/>
              <a:ext cx="4233672" cy="137411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fi-FI"/>
              <a:t>Click to edit Master title style</a:t>
            </a:r>
            <a:endParaRPr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03412" y="1735138"/>
            <a:ext cx="3931920" cy="833250"/>
          </a:xfrm>
        </p:spPr>
        <p:txBody>
          <a:bodyPr anchor="b">
            <a:noAutofit/>
          </a:bodyPr>
          <a:lstStyle>
            <a:lvl1pPr marL="0" indent="0" algn="ctr">
              <a:lnSpc>
                <a:spcPct val="100000"/>
              </a:lnSpc>
              <a:spcBef>
                <a:spcPts val="600"/>
              </a:spcBef>
              <a:buNone/>
              <a:defRPr sz="26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i-FI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03412" y="2590800"/>
            <a:ext cx="3931920" cy="3535362"/>
          </a:xfrm>
        </p:spPr>
        <p:txBody>
          <a:bodyPr>
            <a:normAutofit/>
          </a:bodyPr>
          <a:lstStyle>
            <a:lvl1pPr>
              <a:defRPr sz="2200"/>
            </a:lvl1pPr>
            <a:lvl2pPr>
              <a:defRPr sz="20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fi-FI"/>
              <a:t>Click to edit Master text styles</a:t>
            </a:r>
          </a:p>
          <a:p>
            <a:pPr lvl="1"/>
            <a:r>
              <a:rPr lang="fi-FI"/>
              <a:t>Second level</a:t>
            </a:r>
          </a:p>
          <a:p>
            <a:pPr lvl="2"/>
            <a:r>
              <a:rPr lang="fi-FI"/>
              <a:t>Third level</a:t>
            </a:r>
          </a:p>
          <a:p>
            <a:pPr lvl="3"/>
            <a:r>
              <a:rPr lang="fi-FI"/>
              <a:t>Fourth level</a:t>
            </a:r>
          </a:p>
          <a:p>
            <a:pPr lvl="4"/>
            <a:r>
              <a:rPr lang="fi-FI"/>
              <a:t>Fifth level</a:t>
            </a:r>
            <a:endParaRPr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779495" y="1735138"/>
            <a:ext cx="3931920" cy="833250"/>
          </a:xfrm>
        </p:spPr>
        <p:txBody>
          <a:bodyPr anchor="b">
            <a:noAutofit/>
          </a:bodyPr>
          <a:lstStyle>
            <a:lvl1pPr marL="0" indent="0" algn="ctr">
              <a:lnSpc>
                <a:spcPct val="100000"/>
              </a:lnSpc>
              <a:spcBef>
                <a:spcPts val="600"/>
              </a:spcBef>
              <a:buNone/>
              <a:defRPr sz="2600" b="0">
                <a:solidFill>
                  <a:schemeClr val="accent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i-FI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779495" y="2590800"/>
            <a:ext cx="3931920" cy="3535362"/>
          </a:xfrm>
        </p:spPr>
        <p:txBody>
          <a:bodyPr>
            <a:normAutofit/>
          </a:bodyPr>
          <a:lstStyle>
            <a:lvl1pPr>
              <a:defRPr sz="2200"/>
            </a:lvl1pPr>
            <a:lvl2pPr>
              <a:defRPr sz="20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fi-FI"/>
              <a:t>Click to edit Master text styles</a:t>
            </a:r>
          </a:p>
          <a:p>
            <a:pPr lvl="1"/>
            <a:r>
              <a:rPr lang="fi-FI"/>
              <a:t>Second level</a:t>
            </a:r>
          </a:p>
          <a:p>
            <a:pPr lvl="2"/>
            <a:r>
              <a:rPr lang="fi-FI"/>
              <a:t>Third level</a:t>
            </a:r>
          </a:p>
          <a:p>
            <a:pPr lvl="3"/>
            <a:r>
              <a:rPr lang="fi-FI"/>
              <a:t>Fourth level</a:t>
            </a:r>
          </a:p>
          <a:p>
            <a:pPr lvl="4"/>
            <a:r>
              <a:rPr lang="fi-FI"/>
              <a:t>Fifth level</a:t>
            </a:r>
            <a:endParaRPr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51665B-C24A-4702-B522-6A4334602E03}" type="datetimeFigureOut">
              <a:rPr lang="en-US" smtClean="0"/>
              <a:t>3/25/2025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D889E0-CAB2-4699-909D-B9A88D47ACBE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/>
          <p:cNvSpPr/>
          <p:nvPr/>
        </p:nvSpPr>
        <p:spPr>
          <a:xfrm>
            <a:off x="284163" y="455773"/>
            <a:ext cx="8574087" cy="1133949"/>
          </a:xfrm>
          <a:prstGeom prst="rect">
            <a:avLst/>
          </a:prstGeom>
          <a:solidFill>
            <a:schemeClr val="tx1">
              <a:lumMod val="85000"/>
              <a:lumOff val="15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grpSp>
        <p:nvGrpSpPr>
          <p:cNvPr id="7" name="Group 6"/>
          <p:cNvGrpSpPr/>
          <p:nvPr/>
        </p:nvGrpSpPr>
        <p:grpSpPr>
          <a:xfrm>
            <a:off x="284163" y="1577847"/>
            <a:ext cx="8576373" cy="137411"/>
            <a:chOff x="284163" y="1577847"/>
            <a:chExt cx="8576373" cy="137411"/>
          </a:xfrm>
        </p:grpSpPr>
        <p:sp>
          <p:nvSpPr>
            <p:cNvPr id="8" name="Rectangle 7"/>
            <p:cNvSpPr/>
            <p:nvPr/>
          </p:nvSpPr>
          <p:spPr>
            <a:xfrm>
              <a:off x="284163" y="1577847"/>
              <a:ext cx="1600200" cy="137411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9" name="Rectangle 8"/>
            <p:cNvSpPr/>
            <p:nvPr/>
          </p:nvSpPr>
          <p:spPr>
            <a:xfrm>
              <a:off x="1885174" y="1577847"/>
              <a:ext cx="2743200" cy="137411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0" name="Rectangle 9"/>
            <p:cNvSpPr/>
            <p:nvPr/>
          </p:nvSpPr>
          <p:spPr>
            <a:xfrm>
              <a:off x="4626864" y="1577847"/>
              <a:ext cx="4233672" cy="137411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i-FI"/>
              <a:t>Click to edit Master title style</a:t>
            </a:r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51665B-C24A-4702-B522-6A4334602E03}" type="datetimeFigureOut">
              <a:rPr lang="en-US" smtClean="0"/>
              <a:t>3/25/2025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D889E0-CAB2-4699-909D-B9A88D47ACBE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51665B-C24A-4702-B522-6A4334602E03}" type="datetimeFigureOut">
              <a:rPr lang="en-US" smtClean="0"/>
              <a:t>3/25/2025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68941" y="1298762"/>
            <a:ext cx="4069080" cy="1162050"/>
          </a:xfrm>
          <a:noFill/>
        </p:spPr>
        <p:txBody>
          <a:bodyPr anchor="b">
            <a:noAutofit/>
          </a:bodyPr>
          <a:lstStyle>
            <a:lvl1pPr algn="ctr">
              <a:defRPr sz="3200" b="1">
                <a:solidFill>
                  <a:schemeClr val="accent2"/>
                </a:solidFill>
              </a:defRPr>
            </a:lvl1pPr>
          </a:lstStyle>
          <a:p>
            <a:r>
              <a:rPr lang="fi-FI"/>
              <a:t>Click to edit Master title style</a:t>
            </a:r>
            <a:endParaRPr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83567" y="914400"/>
            <a:ext cx="4069080" cy="5211763"/>
          </a:xfrm>
        </p:spPr>
        <p:txBody>
          <a:bodyPr>
            <a:normAutofit/>
          </a:bodyPr>
          <a:lstStyle>
            <a:lvl1pPr>
              <a:defRPr sz="2200"/>
            </a:lvl1pPr>
            <a:lvl2pPr>
              <a:defRPr sz="20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fi-FI"/>
              <a:t>Click to edit Master text styles</a:t>
            </a:r>
          </a:p>
          <a:p>
            <a:pPr lvl="1"/>
            <a:r>
              <a:rPr lang="fi-FI"/>
              <a:t>Second level</a:t>
            </a:r>
          </a:p>
          <a:p>
            <a:pPr lvl="2"/>
            <a:r>
              <a:rPr lang="fi-FI"/>
              <a:t>Third level</a:t>
            </a:r>
          </a:p>
          <a:p>
            <a:pPr lvl="3"/>
            <a:r>
              <a:rPr lang="fi-FI"/>
              <a:t>Fourth level</a:t>
            </a:r>
          </a:p>
          <a:p>
            <a:pPr lvl="4"/>
            <a:r>
              <a:rPr lang="fi-FI"/>
              <a:t>Fifth level</a:t>
            </a:r>
            <a:endParaRPr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68941" y="2456329"/>
            <a:ext cx="4069080" cy="3182472"/>
          </a:xfrm>
        </p:spPr>
        <p:txBody>
          <a:bodyPr>
            <a:normAutofit/>
          </a:bodyPr>
          <a:lstStyle>
            <a:lvl1pPr marL="0" indent="0" algn="ctr">
              <a:spcBef>
                <a:spcPts val="600"/>
              </a:spcBef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i-FI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51665B-C24A-4702-B522-6A4334602E03}" type="datetimeFigureOut">
              <a:rPr lang="en-US" smtClean="0"/>
              <a:t>3/25/2025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D889E0-CAB2-4699-909D-B9A88D47ACBE}" type="slidenum">
              <a:rPr lang="en-US" smtClean="0"/>
              <a:t>‹#›</a:t>
            </a:fld>
            <a:endParaRPr lang="en-US"/>
          </a:p>
        </p:txBody>
      </p:sp>
      <p:grpSp>
        <p:nvGrpSpPr>
          <p:cNvPr id="8" name="Group 7"/>
          <p:cNvGrpSpPr/>
          <p:nvPr/>
        </p:nvGrpSpPr>
        <p:grpSpPr>
          <a:xfrm>
            <a:off x="284163" y="452718"/>
            <a:ext cx="8576373" cy="137411"/>
            <a:chOff x="284163" y="1577847"/>
            <a:chExt cx="8576373" cy="137411"/>
          </a:xfrm>
        </p:grpSpPr>
        <p:sp>
          <p:nvSpPr>
            <p:cNvPr id="9" name="Rectangle 8"/>
            <p:cNvSpPr/>
            <p:nvPr/>
          </p:nvSpPr>
          <p:spPr>
            <a:xfrm>
              <a:off x="284163" y="1577847"/>
              <a:ext cx="1600200" cy="137411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0" name="Rectangle 9"/>
            <p:cNvSpPr/>
            <p:nvPr/>
          </p:nvSpPr>
          <p:spPr>
            <a:xfrm>
              <a:off x="1885174" y="1577847"/>
              <a:ext cx="2743200" cy="137411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1" name="Rectangle 10"/>
            <p:cNvSpPr/>
            <p:nvPr/>
          </p:nvSpPr>
          <p:spPr>
            <a:xfrm>
              <a:off x="4626864" y="1577847"/>
              <a:ext cx="4233672" cy="137411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</p:grp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284163" y="4801575"/>
            <a:ext cx="8574087" cy="1468437"/>
          </a:xfrm>
          <a:prstGeom prst="rect">
            <a:avLst/>
          </a:prstGeom>
          <a:solidFill>
            <a:schemeClr val="tx1">
              <a:lumMod val="85000"/>
              <a:lumOff val="15000"/>
              <a:alpha val="85000"/>
            </a:schemeClr>
          </a:solidFill>
        </p:spPr>
        <p:txBody>
          <a:bodyPr vert="horz" lIns="91440" tIns="45720" rIns="182880" bIns="365760" rtlCol="0" anchor="b" anchorCtr="0">
            <a:normAutofit/>
          </a:bodyPr>
          <a:lstStyle/>
          <a:p>
            <a:pPr algn="l" defTabSz="914400" rtl="0" eaLnBrk="1" latinLnBrk="0" hangingPunct="1">
              <a:spcBef>
                <a:spcPct val="0"/>
              </a:spcBef>
              <a:buNone/>
            </a:pPr>
            <a:endParaRPr sz="4200" kern="1200">
              <a:solidFill>
                <a:schemeClr val="bg1"/>
              </a:solidFill>
              <a:latin typeface="+mj-lt"/>
              <a:ea typeface="+mj-ea"/>
              <a:cs typeface="+mj-cs"/>
            </a:endParaRPr>
          </a:p>
        </p:txBody>
      </p:sp>
      <p:grpSp>
        <p:nvGrpSpPr>
          <p:cNvPr id="9" name="Group 8"/>
          <p:cNvGrpSpPr/>
          <p:nvPr/>
        </p:nvGrpSpPr>
        <p:grpSpPr>
          <a:xfrm>
            <a:off x="284163" y="6263389"/>
            <a:ext cx="8576373" cy="137411"/>
            <a:chOff x="284163" y="1759424"/>
            <a:chExt cx="8576373" cy="137411"/>
          </a:xfrm>
        </p:grpSpPr>
        <p:sp>
          <p:nvSpPr>
            <p:cNvPr id="10" name="Rectangle 9"/>
            <p:cNvSpPr/>
            <p:nvPr/>
          </p:nvSpPr>
          <p:spPr>
            <a:xfrm>
              <a:off x="284163" y="1759424"/>
              <a:ext cx="2743200" cy="137411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1" name="Rectangle 10"/>
            <p:cNvSpPr/>
            <p:nvPr/>
          </p:nvSpPr>
          <p:spPr>
            <a:xfrm>
              <a:off x="3026392" y="1759424"/>
              <a:ext cx="1600200" cy="137411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2" name="Rectangle 11"/>
            <p:cNvSpPr/>
            <p:nvPr/>
          </p:nvSpPr>
          <p:spPr>
            <a:xfrm>
              <a:off x="4626864" y="1759424"/>
              <a:ext cx="4233672" cy="137411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63071" y="4800600"/>
            <a:ext cx="8360242" cy="566738"/>
          </a:xfrm>
          <a:noFill/>
        </p:spPr>
        <p:txBody>
          <a:bodyPr vert="horz" lIns="91440" tIns="45720" rIns="91440" bIns="45720" rtlCol="0" anchor="b" anchorCtr="0">
            <a:normAutofit/>
          </a:bodyPr>
          <a:lstStyle>
            <a:lvl1pPr algn="l" defTabSz="914400" rtl="0" eaLnBrk="1" latinLnBrk="0" hangingPunct="1">
              <a:spcBef>
                <a:spcPct val="0"/>
              </a:spcBef>
              <a:buNone/>
              <a:defRPr sz="2800" b="0" i="0" kern="1200" cap="none" baseline="0">
                <a:solidFill>
                  <a:schemeClr val="bg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fi-FI"/>
              <a:t>Click to edit Master title style</a:t>
            </a:r>
            <a:endParaRPr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284163" y="457199"/>
            <a:ext cx="8577072" cy="4352544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fi-FI"/>
              <a:t>Drag picture to placeholder or click icon to add</a:t>
            </a:r>
            <a:endParaRPr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19099" y="5367338"/>
            <a:ext cx="8304213" cy="804862"/>
          </a:xfrm>
        </p:spPr>
        <p:txBody>
          <a:bodyPr/>
          <a:lstStyle>
            <a:lvl1pPr marL="0" indent="0">
              <a:spcBef>
                <a:spcPts val="0"/>
              </a:spcBef>
              <a:buNone/>
              <a:defRPr sz="1400">
                <a:solidFill>
                  <a:schemeClr val="bg1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i-FI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51665B-C24A-4702-B522-6A4334602E03}" type="datetimeFigureOut">
              <a:rPr lang="en-US" smtClean="0"/>
              <a:t>3/25/2025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D889E0-CAB2-4699-909D-B9A88D47ACBE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, Alt.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Group 8"/>
          <p:cNvGrpSpPr/>
          <p:nvPr/>
        </p:nvGrpSpPr>
        <p:grpSpPr>
          <a:xfrm>
            <a:off x="284163" y="4280647"/>
            <a:ext cx="8576373" cy="137411"/>
            <a:chOff x="284163" y="1759424"/>
            <a:chExt cx="8576373" cy="137411"/>
          </a:xfrm>
        </p:grpSpPr>
        <p:sp>
          <p:nvSpPr>
            <p:cNvPr id="10" name="Rectangle 9"/>
            <p:cNvSpPr/>
            <p:nvPr/>
          </p:nvSpPr>
          <p:spPr>
            <a:xfrm>
              <a:off x="284163" y="1759424"/>
              <a:ext cx="2743200" cy="137411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1" name="Rectangle 10"/>
            <p:cNvSpPr/>
            <p:nvPr/>
          </p:nvSpPr>
          <p:spPr>
            <a:xfrm>
              <a:off x="3026392" y="1759424"/>
              <a:ext cx="1600200" cy="137411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2" name="Rectangle 11"/>
            <p:cNvSpPr/>
            <p:nvPr/>
          </p:nvSpPr>
          <p:spPr>
            <a:xfrm>
              <a:off x="4626864" y="1759424"/>
              <a:ext cx="4233672" cy="137411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63071" y="4778189"/>
            <a:ext cx="8360242" cy="566738"/>
          </a:xfrm>
          <a:noFill/>
        </p:spPr>
        <p:txBody>
          <a:bodyPr anchor="b">
            <a:normAutofit/>
          </a:bodyPr>
          <a:lstStyle>
            <a:lvl1pPr algn="l">
              <a:defRPr sz="2800" b="0">
                <a:solidFill>
                  <a:schemeClr val="accent2"/>
                </a:solidFill>
              </a:defRPr>
            </a:lvl1pPr>
          </a:lstStyle>
          <a:p>
            <a:r>
              <a:rPr lang="fi-FI"/>
              <a:t>Click to edit Master title style</a:t>
            </a:r>
            <a:endParaRPr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284163" y="457200"/>
            <a:ext cx="8577072" cy="3822192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fi-FI"/>
              <a:t>Drag picture to placeholder or click icon to add</a:t>
            </a:r>
            <a:endParaRPr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19099" y="5344927"/>
            <a:ext cx="8304213" cy="804862"/>
          </a:xfrm>
          <a:noFill/>
        </p:spPr>
        <p:txBody>
          <a:bodyPr/>
          <a:lstStyle>
            <a:lvl1pPr marL="0" indent="0">
              <a:spcBef>
                <a:spcPts val="0"/>
              </a:spcBef>
              <a:buNone/>
              <a:defRPr sz="140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i-FI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51665B-C24A-4702-B522-6A4334602E03}" type="datetimeFigureOut">
              <a:rPr lang="en-US" smtClean="0"/>
              <a:t>3/25/2025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D889E0-CAB2-4699-909D-B9A88D47ACBE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, Picture,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657600" y="914400"/>
            <a:ext cx="5195047" cy="5211763"/>
          </a:xfrm>
        </p:spPr>
        <p:txBody>
          <a:bodyPr>
            <a:normAutofit/>
          </a:bodyPr>
          <a:lstStyle>
            <a:lvl1pPr>
              <a:defRPr sz="2200"/>
            </a:lvl1pPr>
            <a:lvl2pPr>
              <a:defRPr sz="20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fi-FI"/>
              <a:t>Click to edit Master text styles</a:t>
            </a:r>
          </a:p>
          <a:p>
            <a:pPr lvl="1"/>
            <a:r>
              <a:rPr lang="fi-FI"/>
              <a:t>Second level</a:t>
            </a:r>
          </a:p>
          <a:p>
            <a:pPr lvl="2"/>
            <a:r>
              <a:rPr lang="fi-FI"/>
              <a:t>Third level</a:t>
            </a:r>
          </a:p>
          <a:p>
            <a:pPr lvl="3"/>
            <a:r>
              <a:rPr lang="fi-FI"/>
              <a:t>Fourth level</a:t>
            </a:r>
          </a:p>
          <a:p>
            <a:pPr lvl="4"/>
            <a:r>
              <a:rPr lang="fi-FI"/>
              <a:t>Fifth level</a:t>
            </a:r>
            <a:endParaRPr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51665B-C24A-4702-B522-6A4334602E03}" type="datetimeFigureOut">
              <a:rPr lang="en-US" smtClean="0"/>
              <a:t>3/25/2025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D889E0-CAB2-4699-909D-B9A88D47ACBE}" type="slidenum">
              <a:rPr lang="en-US" smtClean="0"/>
              <a:t>‹#›</a:t>
            </a:fld>
            <a:endParaRPr lang="en-US"/>
          </a:p>
        </p:txBody>
      </p:sp>
      <p:sp>
        <p:nvSpPr>
          <p:cNvPr id="12" name="Rectangle 11"/>
          <p:cNvSpPr/>
          <p:nvPr/>
        </p:nvSpPr>
        <p:spPr>
          <a:xfrm>
            <a:off x="284163" y="4267200"/>
            <a:ext cx="2743200" cy="2120153"/>
          </a:xfrm>
          <a:prstGeom prst="rect">
            <a:avLst/>
          </a:prstGeom>
          <a:solidFill>
            <a:schemeClr val="tx1">
              <a:lumMod val="85000"/>
              <a:lumOff val="15000"/>
              <a:alpha val="85000"/>
            </a:schemeClr>
          </a:solidFill>
        </p:spPr>
        <p:txBody>
          <a:bodyPr vert="horz" lIns="91440" tIns="45720" rIns="182880" bIns="365760" rtlCol="0" anchor="b" anchorCtr="0">
            <a:normAutofit/>
          </a:bodyPr>
          <a:lstStyle/>
          <a:p>
            <a:pPr algn="l" defTabSz="914400" rtl="0" eaLnBrk="1" latinLnBrk="0" hangingPunct="1">
              <a:spcBef>
                <a:spcPct val="0"/>
              </a:spcBef>
              <a:buNone/>
            </a:pPr>
            <a:endParaRPr sz="4200" kern="1200">
              <a:solidFill>
                <a:schemeClr val="bg1"/>
              </a:solidFill>
              <a:latin typeface="+mj-lt"/>
              <a:ea typeface="+mj-ea"/>
              <a:cs typeface="+mj-cs"/>
            </a:endParaRP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19101" y="4953001"/>
            <a:ext cx="2472017" cy="1246094"/>
          </a:xfrm>
        </p:spPr>
        <p:txBody>
          <a:bodyPr>
            <a:normAutofit/>
          </a:bodyPr>
          <a:lstStyle>
            <a:lvl1pPr marL="0" indent="0" algn="l">
              <a:spcBef>
                <a:spcPts val="0"/>
              </a:spcBef>
              <a:buNone/>
              <a:defRPr sz="1400">
                <a:solidFill>
                  <a:schemeClr val="bg1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i-FI"/>
              <a:t>Click to edit Master text styles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10764" y="4419600"/>
            <a:ext cx="2475395" cy="510988"/>
          </a:xfrm>
          <a:noFill/>
        </p:spPr>
        <p:txBody>
          <a:bodyPr anchor="b">
            <a:normAutofit/>
          </a:bodyPr>
          <a:lstStyle>
            <a:lvl1pPr algn="l">
              <a:defRPr sz="2000" b="1">
                <a:solidFill>
                  <a:schemeClr val="bg1"/>
                </a:solidFill>
              </a:defRPr>
            </a:lvl1pPr>
          </a:lstStyle>
          <a:p>
            <a:r>
              <a:rPr lang="fi-FI"/>
              <a:t>Click to edit Master title style</a:t>
            </a:r>
            <a:endParaRPr/>
          </a:p>
        </p:txBody>
      </p:sp>
      <p:sp>
        <p:nvSpPr>
          <p:cNvPr id="14" name="Picture Placeholder 13"/>
          <p:cNvSpPr>
            <a:spLocks noGrp="1"/>
          </p:cNvSpPr>
          <p:nvPr>
            <p:ph type="pic" sz="quarter" idx="13"/>
          </p:nvPr>
        </p:nvSpPr>
        <p:spPr>
          <a:xfrm>
            <a:off x="284164" y="594360"/>
            <a:ext cx="2743200" cy="3675888"/>
          </a:xfrm>
        </p:spPr>
        <p:txBody>
          <a:bodyPr/>
          <a:lstStyle>
            <a:lvl1pPr>
              <a:buNone/>
              <a:defRPr/>
            </a:lvl1pPr>
          </a:lstStyle>
          <a:p>
            <a:r>
              <a:rPr lang="fi-FI"/>
              <a:t>Drag picture to placeholder or click icon to add</a:t>
            </a:r>
            <a:endParaRPr/>
          </a:p>
        </p:txBody>
      </p:sp>
      <p:grpSp>
        <p:nvGrpSpPr>
          <p:cNvPr id="8" name="Group 14"/>
          <p:cNvGrpSpPr/>
          <p:nvPr/>
        </p:nvGrpSpPr>
        <p:grpSpPr>
          <a:xfrm>
            <a:off x="284163" y="461682"/>
            <a:ext cx="8576373" cy="137411"/>
            <a:chOff x="284163" y="1759424"/>
            <a:chExt cx="8576373" cy="137411"/>
          </a:xfrm>
        </p:grpSpPr>
        <p:sp>
          <p:nvSpPr>
            <p:cNvPr id="16" name="Rectangle 15"/>
            <p:cNvSpPr/>
            <p:nvPr/>
          </p:nvSpPr>
          <p:spPr>
            <a:xfrm>
              <a:off x="284163" y="1759424"/>
              <a:ext cx="2743200" cy="137411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7" name="Rectangle 16"/>
            <p:cNvSpPr/>
            <p:nvPr/>
          </p:nvSpPr>
          <p:spPr>
            <a:xfrm>
              <a:off x="3026392" y="1759424"/>
              <a:ext cx="1600200" cy="137411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8" name="Rectangle 17"/>
            <p:cNvSpPr/>
            <p:nvPr/>
          </p:nvSpPr>
          <p:spPr>
            <a:xfrm>
              <a:off x="4626864" y="1759424"/>
              <a:ext cx="4233672" cy="137411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</p:grp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3 Pictures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3021013" y="4801575"/>
            <a:ext cx="5837237" cy="1468437"/>
          </a:xfrm>
          <a:prstGeom prst="rect">
            <a:avLst/>
          </a:prstGeom>
          <a:solidFill>
            <a:schemeClr val="tx1">
              <a:lumMod val="85000"/>
              <a:lumOff val="15000"/>
              <a:alpha val="85000"/>
            </a:schemeClr>
          </a:solidFill>
        </p:spPr>
        <p:txBody>
          <a:bodyPr vert="horz" lIns="91440" tIns="45720" rIns="182880" bIns="365760" rtlCol="0" anchor="b" anchorCtr="0">
            <a:normAutofit/>
          </a:bodyPr>
          <a:lstStyle/>
          <a:p>
            <a:pPr algn="l" defTabSz="914400" rtl="0" eaLnBrk="1" latinLnBrk="0" hangingPunct="1">
              <a:spcBef>
                <a:spcPct val="0"/>
              </a:spcBef>
              <a:buNone/>
            </a:pPr>
            <a:endParaRPr sz="4200" kern="1200">
              <a:solidFill>
                <a:schemeClr val="bg1"/>
              </a:solidFill>
              <a:latin typeface="+mj-lt"/>
              <a:ea typeface="+mj-ea"/>
              <a:cs typeface="+mj-cs"/>
            </a:endParaRPr>
          </a:p>
        </p:txBody>
      </p:sp>
      <p:grpSp>
        <p:nvGrpSpPr>
          <p:cNvPr id="9" name="Group 8"/>
          <p:cNvGrpSpPr/>
          <p:nvPr/>
        </p:nvGrpSpPr>
        <p:grpSpPr>
          <a:xfrm>
            <a:off x="284163" y="6263389"/>
            <a:ext cx="8576373" cy="137411"/>
            <a:chOff x="284163" y="1759424"/>
            <a:chExt cx="8576373" cy="137411"/>
          </a:xfrm>
        </p:grpSpPr>
        <p:sp>
          <p:nvSpPr>
            <p:cNvPr id="10" name="Rectangle 9"/>
            <p:cNvSpPr/>
            <p:nvPr/>
          </p:nvSpPr>
          <p:spPr>
            <a:xfrm>
              <a:off x="284163" y="1759424"/>
              <a:ext cx="2743200" cy="137411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1" name="Rectangle 10"/>
            <p:cNvSpPr/>
            <p:nvPr/>
          </p:nvSpPr>
          <p:spPr>
            <a:xfrm>
              <a:off x="3026392" y="1759424"/>
              <a:ext cx="1600200" cy="137411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2" name="Rectangle 11"/>
            <p:cNvSpPr/>
            <p:nvPr/>
          </p:nvSpPr>
          <p:spPr>
            <a:xfrm>
              <a:off x="4626864" y="1759424"/>
              <a:ext cx="4233672" cy="137411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031661" y="4800600"/>
            <a:ext cx="5691651" cy="566738"/>
          </a:xfrm>
          <a:noFill/>
        </p:spPr>
        <p:txBody>
          <a:bodyPr vert="horz" lIns="91440" tIns="45720" rIns="91440" bIns="45720" rtlCol="0" anchor="b" anchorCtr="0">
            <a:normAutofit/>
          </a:bodyPr>
          <a:lstStyle>
            <a:lvl1pPr algn="l" defTabSz="914400" rtl="0" eaLnBrk="1" latinLnBrk="0" hangingPunct="1">
              <a:spcBef>
                <a:spcPct val="0"/>
              </a:spcBef>
              <a:buNone/>
              <a:defRPr sz="2800" b="0" i="0" kern="1200" cap="none" baseline="0">
                <a:solidFill>
                  <a:schemeClr val="bg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fi-FI"/>
              <a:t>Click to edit Master title style</a:t>
            </a:r>
            <a:endParaRPr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3021014" y="457199"/>
            <a:ext cx="5833872" cy="4352544"/>
          </a:xfrm>
        </p:spPr>
        <p:txBody>
          <a:bodyPr>
            <a:normAutofit/>
          </a:bodyPr>
          <a:lstStyle>
            <a:lvl1pPr marL="0" indent="0">
              <a:buNone/>
              <a:defRPr sz="24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fi-FI"/>
              <a:t>Drag picture to placeholder or click icon to add</a:t>
            </a:r>
            <a:endParaRPr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3069805" y="5367338"/>
            <a:ext cx="5653507" cy="804862"/>
          </a:xfrm>
        </p:spPr>
        <p:txBody>
          <a:bodyPr/>
          <a:lstStyle>
            <a:lvl1pPr marL="0" indent="0">
              <a:spcBef>
                <a:spcPts val="0"/>
              </a:spcBef>
              <a:buNone/>
              <a:defRPr sz="1400">
                <a:solidFill>
                  <a:schemeClr val="bg1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i-FI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51665B-C24A-4702-B522-6A4334602E03}" type="datetimeFigureOut">
              <a:rPr lang="en-US" smtClean="0"/>
              <a:t>3/25/2025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D889E0-CAB2-4699-909D-B9A88D47ACBE}" type="slidenum">
              <a:rPr lang="en-US" smtClean="0"/>
              <a:t>‹#›</a:t>
            </a:fld>
            <a:endParaRPr lang="en-US"/>
          </a:p>
        </p:txBody>
      </p:sp>
      <p:sp>
        <p:nvSpPr>
          <p:cNvPr id="13" name="Picture Placeholder 2"/>
          <p:cNvSpPr>
            <a:spLocks noGrp="1"/>
          </p:cNvSpPr>
          <p:nvPr>
            <p:ph type="pic" idx="13"/>
          </p:nvPr>
        </p:nvSpPr>
        <p:spPr>
          <a:xfrm>
            <a:off x="284164" y="457200"/>
            <a:ext cx="2736850" cy="2907792"/>
          </a:xfrm>
        </p:spPr>
        <p:txBody>
          <a:bodyPr>
            <a:normAutofit/>
          </a:bodyPr>
          <a:lstStyle>
            <a:lvl1pPr marL="0" indent="0">
              <a:buNone/>
              <a:defRPr sz="24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fi-FI"/>
              <a:t>Drag picture to placeholder or click icon to add</a:t>
            </a:r>
            <a:endParaRPr/>
          </a:p>
        </p:txBody>
      </p:sp>
      <p:sp>
        <p:nvSpPr>
          <p:cNvPr id="14" name="Picture Placeholder 2"/>
          <p:cNvSpPr>
            <a:spLocks noGrp="1"/>
          </p:cNvSpPr>
          <p:nvPr>
            <p:ph type="pic" idx="14"/>
          </p:nvPr>
        </p:nvSpPr>
        <p:spPr>
          <a:xfrm>
            <a:off x="284164" y="3364992"/>
            <a:ext cx="2736850" cy="2898648"/>
          </a:xfrm>
        </p:spPr>
        <p:txBody>
          <a:bodyPr>
            <a:normAutofit/>
          </a:bodyPr>
          <a:lstStyle>
            <a:lvl1pPr marL="0" indent="0">
              <a:buNone/>
              <a:defRPr sz="24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fi-FI"/>
              <a:t>Drag picture to placeholder or click icon to add</a:t>
            </a:r>
            <a:endParaRPr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284163" y="455773"/>
            <a:ext cx="8574087" cy="1133949"/>
          </a:xfrm>
          <a:prstGeom prst="rect">
            <a:avLst/>
          </a:prstGeom>
          <a:solidFill>
            <a:schemeClr val="tx1">
              <a:lumMod val="85000"/>
              <a:lumOff val="15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grpSp>
        <p:nvGrpSpPr>
          <p:cNvPr id="8" name="Group 7"/>
          <p:cNvGrpSpPr/>
          <p:nvPr/>
        </p:nvGrpSpPr>
        <p:grpSpPr>
          <a:xfrm>
            <a:off x="284163" y="1577847"/>
            <a:ext cx="8576373" cy="137411"/>
            <a:chOff x="284163" y="1577847"/>
            <a:chExt cx="8576373" cy="137411"/>
          </a:xfrm>
        </p:grpSpPr>
        <p:sp>
          <p:nvSpPr>
            <p:cNvPr id="9" name="Rectangle 8"/>
            <p:cNvSpPr/>
            <p:nvPr/>
          </p:nvSpPr>
          <p:spPr>
            <a:xfrm>
              <a:off x="284163" y="1577847"/>
              <a:ext cx="1600200" cy="137411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0" name="Rectangle 9"/>
            <p:cNvSpPr/>
            <p:nvPr/>
          </p:nvSpPr>
          <p:spPr>
            <a:xfrm>
              <a:off x="1885174" y="1577847"/>
              <a:ext cx="2743200" cy="137411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1" name="Rectangle 10"/>
            <p:cNvSpPr/>
            <p:nvPr/>
          </p:nvSpPr>
          <p:spPr>
            <a:xfrm>
              <a:off x="4626864" y="1577847"/>
              <a:ext cx="4233672" cy="137411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i-FI"/>
              <a:t>Click to edit Master title style</a:t>
            </a:r>
            <a:endParaRPr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284163" y="2133600"/>
            <a:ext cx="8574087" cy="4013200"/>
          </a:xfrm>
        </p:spPr>
        <p:txBody>
          <a:bodyPr vert="eaVert"/>
          <a:lstStyle>
            <a:lvl5pPr>
              <a:defRPr/>
            </a:lvl5pPr>
          </a:lstStyle>
          <a:p>
            <a:pPr lvl="0"/>
            <a:r>
              <a:rPr lang="fi-FI"/>
              <a:t>Click to edit Master text styles</a:t>
            </a:r>
          </a:p>
          <a:p>
            <a:pPr lvl="1"/>
            <a:r>
              <a:rPr lang="fi-FI"/>
              <a:t>Second level</a:t>
            </a:r>
          </a:p>
          <a:p>
            <a:pPr lvl="2"/>
            <a:r>
              <a:rPr lang="fi-FI"/>
              <a:t>Third level</a:t>
            </a:r>
          </a:p>
          <a:p>
            <a:pPr lvl="3"/>
            <a:r>
              <a:rPr lang="fi-FI"/>
              <a:t>Fourth level</a:t>
            </a:r>
          </a:p>
          <a:p>
            <a:pPr lvl="4"/>
            <a:r>
              <a:rPr lang="fi-FI"/>
              <a:t>Fifth level</a:t>
            </a:r>
            <a:endParaRPr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51665B-C24A-4702-B522-6A4334602E03}" type="datetimeFigureOut">
              <a:rPr lang="en-US" smtClean="0"/>
              <a:t>3/25/2025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D889E0-CAB2-4699-909D-B9A88D47ACBE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 rot="5400000">
            <a:off x="5313882" y="2857535"/>
            <a:ext cx="5934615" cy="1133949"/>
          </a:xfrm>
          <a:prstGeom prst="rect">
            <a:avLst/>
          </a:prstGeom>
          <a:solidFill>
            <a:schemeClr val="tx1">
              <a:lumMod val="85000"/>
              <a:lumOff val="15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7695124" y="473075"/>
            <a:ext cx="969264" cy="5921375"/>
          </a:xfrm>
        </p:spPr>
        <p:txBody>
          <a:bodyPr vert="eaVert"/>
          <a:lstStyle>
            <a:lvl1pPr algn="l">
              <a:defRPr sz="3400"/>
            </a:lvl1pPr>
          </a:lstStyle>
          <a:p>
            <a:r>
              <a:rPr lang="fi-FI"/>
              <a:t>Click to edit Master title style</a:t>
            </a:r>
            <a:endParaRPr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284163" y="457200"/>
            <a:ext cx="6497637" cy="5937250"/>
          </a:xfrm>
        </p:spPr>
        <p:txBody>
          <a:bodyPr vert="eaVert"/>
          <a:lstStyle>
            <a:lvl5pPr algn="l">
              <a:defRPr/>
            </a:lvl5pPr>
          </a:lstStyle>
          <a:p>
            <a:pPr lvl="0"/>
            <a:r>
              <a:rPr lang="fi-FI"/>
              <a:t>Click to edit Master text styles</a:t>
            </a:r>
          </a:p>
          <a:p>
            <a:pPr lvl="1"/>
            <a:r>
              <a:rPr lang="fi-FI"/>
              <a:t>Second level</a:t>
            </a:r>
          </a:p>
          <a:p>
            <a:pPr lvl="2"/>
            <a:r>
              <a:rPr lang="fi-FI"/>
              <a:t>Third level</a:t>
            </a:r>
          </a:p>
          <a:p>
            <a:pPr lvl="3"/>
            <a:r>
              <a:rPr lang="fi-FI"/>
              <a:t>Fourth level</a:t>
            </a:r>
          </a:p>
          <a:p>
            <a:pPr lvl="4"/>
            <a:r>
              <a:rPr lang="fi-FI"/>
              <a:t>Fifth level</a:t>
            </a:r>
            <a:endParaRPr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51665B-C24A-4702-B522-6A4334602E03}" type="datetimeFigureOut">
              <a:rPr lang="en-US" smtClean="0"/>
              <a:t>3/25/2025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D889E0-CAB2-4699-909D-B9A88D47ACBE}" type="slidenum">
              <a:rPr lang="en-US" smtClean="0"/>
              <a:t>‹#›</a:t>
            </a:fld>
            <a:endParaRPr lang="en-US"/>
          </a:p>
        </p:txBody>
      </p:sp>
      <p:grpSp>
        <p:nvGrpSpPr>
          <p:cNvPr id="8" name="Group 7"/>
          <p:cNvGrpSpPr/>
          <p:nvPr/>
        </p:nvGrpSpPr>
        <p:grpSpPr>
          <a:xfrm rot="5400000">
            <a:off x="4658724" y="3355723"/>
            <a:ext cx="5934456" cy="137411"/>
            <a:chOff x="284163" y="1577847"/>
            <a:chExt cx="8576373" cy="137411"/>
          </a:xfrm>
        </p:grpSpPr>
        <p:sp>
          <p:nvSpPr>
            <p:cNvPr id="9" name="Rectangle 8"/>
            <p:cNvSpPr/>
            <p:nvPr/>
          </p:nvSpPr>
          <p:spPr>
            <a:xfrm>
              <a:off x="284163" y="1577847"/>
              <a:ext cx="1600200" cy="137411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0" name="Rectangle 9"/>
            <p:cNvSpPr/>
            <p:nvPr/>
          </p:nvSpPr>
          <p:spPr>
            <a:xfrm>
              <a:off x="1885174" y="1577847"/>
              <a:ext cx="2743200" cy="137411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1" name="Rectangle 10"/>
            <p:cNvSpPr/>
            <p:nvPr/>
          </p:nvSpPr>
          <p:spPr>
            <a:xfrm>
              <a:off x="4626864" y="1577847"/>
              <a:ext cx="4233672" cy="137411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</p:grp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51665B-C24A-4702-B522-6A4334602E03}" type="datetimeFigureOut">
              <a:rPr lang="en-US" smtClean="0"/>
              <a:t>3/25/2025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D889E0-CAB2-4699-909D-B9A88D47ACBE}" type="slidenum">
              <a:rPr lang="en-US" smtClean="0"/>
              <a:t>‹#›</a:t>
            </a:fld>
            <a:endParaRPr lang="en-US"/>
          </a:p>
        </p:txBody>
      </p:sp>
      <p:sp>
        <p:nvSpPr>
          <p:cNvPr id="7" name="Rectangle 6"/>
          <p:cNvSpPr/>
          <p:nvPr/>
        </p:nvSpPr>
        <p:spPr>
          <a:xfrm>
            <a:off x="284163" y="444728"/>
            <a:ext cx="8574087" cy="1468437"/>
          </a:xfrm>
          <a:prstGeom prst="rect">
            <a:avLst/>
          </a:prstGeom>
          <a:solidFill>
            <a:schemeClr val="tx1">
              <a:lumMod val="85000"/>
              <a:lumOff val="15000"/>
              <a:alpha val="85000"/>
            </a:schemeClr>
          </a:solidFill>
        </p:spPr>
        <p:txBody>
          <a:bodyPr vert="horz" lIns="91440" tIns="45720" rIns="182880" bIns="365760" rtlCol="0" anchor="b" anchorCtr="0">
            <a:normAutofit/>
          </a:bodyPr>
          <a:lstStyle/>
          <a:p>
            <a:pPr algn="l" defTabSz="914400" rtl="0" eaLnBrk="1" latinLnBrk="0" hangingPunct="1">
              <a:spcBef>
                <a:spcPct val="0"/>
              </a:spcBef>
              <a:buNone/>
            </a:pPr>
            <a:endParaRPr sz="4200" kern="1200">
              <a:solidFill>
                <a:schemeClr val="bg1"/>
              </a:solidFill>
              <a:latin typeface="+mj-lt"/>
              <a:ea typeface="+mj-ea"/>
              <a:cs typeface="+mj-cs"/>
            </a:endParaRPr>
          </a:p>
        </p:txBody>
      </p:sp>
      <p:grpSp>
        <p:nvGrpSpPr>
          <p:cNvPr id="8" name="Group 16"/>
          <p:cNvGrpSpPr/>
          <p:nvPr/>
        </p:nvGrpSpPr>
        <p:grpSpPr>
          <a:xfrm>
            <a:off x="284163" y="1906542"/>
            <a:ext cx="8576373" cy="137411"/>
            <a:chOff x="284163" y="1759424"/>
            <a:chExt cx="8576373" cy="137411"/>
          </a:xfrm>
        </p:grpSpPr>
        <p:sp>
          <p:nvSpPr>
            <p:cNvPr id="9" name="Rectangle 8"/>
            <p:cNvSpPr/>
            <p:nvPr/>
          </p:nvSpPr>
          <p:spPr>
            <a:xfrm>
              <a:off x="284163" y="1759424"/>
              <a:ext cx="2743200" cy="137411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0" name="Rectangle 9"/>
            <p:cNvSpPr/>
            <p:nvPr/>
          </p:nvSpPr>
          <p:spPr>
            <a:xfrm>
              <a:off x="3026392" y="1759424"/>
              <a:ext cx="1600200" cy="137411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1" name="Rectangle 10"/>
            <p:cNvSpPr/>
            <p:nvPr/>
          </p:nvSpPr>
          <p:spPr>
            <a:xfrm>
              <a:off x="4626864" y="1759424"/>
              <a:ext cx="4233672" cy="137411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421341" y="449005"/>
            <a:ext cx="7808976" cy="1088136"/>
          </a:xfrm>
          <a:noFill/>
        </p:spPr>
        <p:txBody>
          <a:bodyPr vert="horz" lIns="91440" tIns="45720" rIns="91440" bIns="45720" rtlCol="0" anchor="b" anchorCtr="0">
            <a:normAutofit/>
          </a:bodyPr>
          <a:lstStyle>
            <a:lvl1pPr marL="0" algn="l" defTabSz="914400" rtl="0" eaLnBrk="1" latinLnBrk="0" hangingPunct="1">
              <a:lnSpc>
                <a:spcPts val="4600"/>
              </a:lnSpc>
              <a:spcBef>
                <a:spcPct val="0"/>
              </a:spcBef>
              <a:buNone/>
              <a:defRPr sz="4200" kern="1200">
                <a:solidFill>
                  <a:schemeClr val="bg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fi-FI"/>
              <a:t>Click to edit Master title style</a:t>
            </a:r>
            <a:endParaRPr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476205" y="1532427"/>
            <a:ext cx="7754112" cy="484632"/>
          </a:xfrm>
        </p:spPr>
        <p:txBody>
          <a:bodyPr vert="horz" lIns="91440" tIns="45720" rIns="91440" bIns="45720" rtlCol="0">
            <a:norm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None/>
              <a:defRPr sz="18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fi-FI"/>
              <a:t>Click to edit Master subtitle style</a:t>
            </a:r>
            <a:endParaRPr dirty="0"/>
          </a:p>
        </p:txBody>
      </p:sp>
      <p:sp>
        <p:nvSpPr>
          <p:cNvPr id="13" name="Rectangle 12"/>
          <p:cNvSpPr/>
          <p:nvPr/>
        </p:nvSpPr>
        <p:spPr>
          <a:xfrm>
            <a:off x="284163" y="6227064"/>
            <a:ext cx="8574087" cy="173736"/>
          </a:xfrm>
          <a:prstGeom prst="rect">
            <a:avLst/>
          </a:prstGeom>
          <a:solidFill>
            <a:schemeClr val="tx1">
              <a:lumMod val="85000"/>
              <a:lumOff val="15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026" name="Picture 2" descr="Image result for AIUB logo">
            <a:extLst>
              <a:ext uri="{FF2B5EF4-FFF2-40B4-BE49-F238E27FC236}">
                <a16:creationId xmlns:a16="http://schemas.microsoft.com/office/drawing/2014/main" id="{CF3BFD94-6180-4B73-8361-A4B02BAD1757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438596" y="459899"/>
            <a:ext cx="1419654" cy="142852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884632230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284163" y="455773"/>
            <a:ext cx="8574087" cy="1133949"/>
          </a:xfrm>
          <a:prstGeom prst="rect">
            <a:avLst/>
          </a:prstGeom>
          <a:solidFill>
            <a:schemeClr val="tx1">
              <a:lumMod val="85000"/>
              <a:lumOff val="15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grpSp>
        <p:nvGrpSpPr>
          <p:cNvPr id="8" name="Group 7"/>
          <p:cNvGrpSpPr/>
          <p:nvPr/>
        </p:nvGrpSpPr>
        <p:grpSpPr>
          <a:xfrm>
            <a:off x="284163" y="1577847"/>
            <a:ext cx="8576373" cy="137411"/>
            <a:chOff x="284163" y="1577847"/>
            <a:chExt cx="8576373" cy="137411"/>
          </a:xfrm>
        </p:grpSpPr>
        <p:sp>
          <p:nvSpPr>
            <p:cNvPr id="9" name="Rectangle 8"/>
            <p:cNvSpPr/>
            <p:nvPr/>
          </p:nvSpPr>
          <p:spPr>
            <a:xfrm>
              <a:off x="284163" y="1577847"/>
              <a:ext cx="1600200" cy="137411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0" name="Rectangle 9"/>
            <p:cNvSpPr/>
            <p:nvPr/>
          </p:nvSpPr>
          <p:spPr>
            <a:xfrm>
              <a:off x="1885174" y="1577847"/>
              <a:ext cx="2743200" cy="137411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1" name="Rectangle 10"/>
            <p:cNvSpPr/>
            <p:nvPr/>
          </p:nvSpPr>
          <p:spPr>
            <a:xfrm>
              <a:off x="4626864" y="1577847"/>
              <a:ext cx="4233672" cy="137411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i-FI"/>
              <a:t>Click to edit Master title style</a:t>
            </a:r>
            <a:endParaRPr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>
            <a:lvl5pPr>
              <a:defRPr/>
            </a:lvl5pPr>
          </a:lstStyle>
          <a:p>
            <a:pPr lvl="0"/>
            <a:r>
              <a:rPr lang="fi-FI"/>
              <a:t>Click to edit Master text styles</a:t>
            </a:r>
          </a:p>
          <a:p>
            <a:pPr lvl="1"/>
            <a:r>
              <a:rPr lang="fi-FI"/>
              <a:t>Second level</a:t>
            </a:r>
          </a:p>
          <a:p>
            <a:pPr lvl="2"/>
            <a:r>
              <a:rPr lang="fi-FI"/>
              <a:t>Third level</a:t>
            </a:r>
          </a:p>
          <a:p>
            <a:pPr lvl="3"/>
            <a:r>
              <a:rPr lang="fi-FI"/>
              <a:t>Fourth level</a:t>
            </a:r>
          </a:p>
          <a:p>
            <a:pPr lvl="4"/>
            <a:r>
              <a:rPr lang="fi-FI"/>
              <a:t>Fifth level</a:t>
            </a:r>
            <a:endParaRPr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51665B-C24A-4702-B522-6A4334602E03}" type="datetimeFigureOut">
              <a:rPr lang="en-US" smtClean="0"/>
              <a:t>3/25/2025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D889E0-CAB2-4699-909D-B9A88D47ACB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92496717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Slide with Pictu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Rectangle 17"/>
          <p:cNvSpPr/>
          <p:nvPr/>
        </p:nvSpPr>
        <p:spPr>
          <a:xfrm>
            <a:off x="284163" y="444728"/>
            <a:ext cx="8574087" cy="1468437"/>
          </a:xfrm>
          <a:prstGeom prst="rect">
            <a:avLst/>
          </a:prstGeom>
          <a:solidFill>
            <a:schemeClr val="tx1">
              <a:lumMod val="85000"/>
              <a:lumOff val="15000"/>
              <a:alpha val="85000"/>
            </a:schemeClr>
          </a:solidFill>
        </p:spPr>
        <p:txBody>
          <a:bodyPr vert="horz" lIns="91440" tIns="45720" rIns="182880" bIns="365760" rtlCol="0" anchor="b" anchorCtr="0">
            <a:normAutofit/>
          </a:bodyPr>
          <a:lstStyle/>
          <a:p>
            <a:pPr algn="l" defTabSz="914400" rtl="0" eaLnBrk="1" latinLnBrk="0" hangingPunct="1">
              <a:spcBef>
                <a:spcPct val="0"/>
              </a:spcBef>
              <a:buNone/>
            </a:pPr>
            <a:endParaRPr sz="4200" kern="1200">
              <a:solidFill>
                <a:schemeClr val="bg1"/>
              </a:solidFill>
              <a:latin typeface="+mj-lt"/>
              <a:ea typeface="+mj-ea"/>
              <a:cs typeface="+mj-cs"/>
            </a:endParaRP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51665B-C24A-4702-B522-6A4334602E03}" type="datetimeFigureOut">
              <a:rPr lang="en-US" smtClean="0"/>
              <a:t>3/25/2025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D889E0-CAB2-4699-909D-B9A88D47ACBE}" type="slidenum">
              <a:rPr lang="en-US" smtClean="0"/>
              <a:t>‹#›</a:t>
            </a:fld>
            <a:endParaRPr lang="en-US"/>
          </a:p>
        </p:txBody>
      </p:sp>
      <p:sp>
        <p:nvSpPr>
          <p:cNvPr id="8" name="Picture Placeholder 7"/>
          <p:cNvSpPr>
            <a:spLocks noGrp="1"/>
          </p:cNvSpPr>
          <p:nvPr>
            <p:ph type="pic" sz="quarter" idx="13"/>
          </p:nvPr>
        </p:nvSpPr>
        <p:spPr>
          <a:xfrm>
            <a:off x="284162" y="2017058"/>
            <a:ext cx="8574087" cy="4377391"/>
          </a:xfrm>
        </p:spPr>
        <p:txBody>
          <a:bodyPr/>
          <a:lstStyle>
            <a:lvl1pPr>
              <a:buNone/>
              <a:defRPr/>
            </a:lvl1pPr>
          </a:lstStyle>
          <a:p>
            <a:r>
              <a:rPr lang="fi-FI"/>
              <a:t>Drag picture to placeholder or click icon to add</a:t>
            </a:r>
            <a:endParaRPr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472420" y="1532965"/>
            <a:ext cx="7754284" cy="484094"/>
          </a:xfrm>
        </p:spPr>
        <p:txBody>
          <a:bodyPr>
            <a:norm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1800">
                <a:solidFill>
                  <a:schemeClr val="bg1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fi-FI"/>
              <a:t>Click to edit Master subtitle style</a:t>
            </a:r>
            <a:endParaRPr dirty="0"/>
          </a:p>
        </p:txBody>
      </p:sp>
      <p:grpSp>
        <p:nvGrpSpPr>
          <p:cNvPr id="7" name="Group 16"/>
          <p:cNvGrpSpPr/>
          <p:nvPr/>
        </p:nvGrpSpPr>
        <p:grpSpPr>
          <a:xfrm>
            <a:off x="284163" y="1906542"/>
            <a:ext cx="8576373" cy="137411"/>
            <a:chOff x="284163" y="1759424"/>
            <a:chExt cx="8576373" cy="137411"/>
          </a:xfrm>
        </p:grpSpPr>
        <p:sp>
          <p:nvSpPr>
            <p:cNvPr id="11" name="Rectangle 10"/>
            <p:cNvSpPr/>
            <p:nvPr/>
          </p:nvSpPr>
          <p:spPr>
            <a:xfrm>
              <a:off x="284163" y="1759424"/>
              <a:ext cx="2743200" cy="137411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2" name="Rectangle 11"/>
            <p:cNvSpPr/>
            <p:nvPr/>
          </p:nvSpPr>
          <p:spPr>
            <a:xfrm>
              <a:off x="3026392" y="1759424"/>
              <a:ext cx="1600200" cy="137411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3" name="Rectangle 12"/>
            <p:cNvSpPr/>
            <p:nvPr/>
          </p:nvSpPr>
          <p:spPr>
            <a:xfrm>
              <a:off x="4626864" y="1759424"/>
              <a:ext cx="4233672" cy="137411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</p:grpSp>
      <p:sp>
        <p:nvSpPr>
          <p:cNvPr id="19" name="TextBox 18"/>
          <p:cNvSpPr txBox="1"/>
          <p:nvPr/>
        </p:nvSpPr>
        <p:spPr>
          <a:xfrm>
            <a:off x="8230889" y="444728"/>
            <a:ext cx="587020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sz="3600">
                <a:solidFill>
                  <a:schemeClr val="bg1"/>
                </a:solidFill>
                <a:sym typeface="Wingdings"/>
              </a:rPr>
              <a:t></a:t>
            </a:r>
            <a:endParaRPr sz="3600">
              <a:solidFill>
                <a:schemeClr val="bg1"/>
              </a:solidFill>
            </a:endParaRPr>
          </a:p>
        </p:txBody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418633" y="444728"/>
            <a:ext cx="7810967" cy="1088237"/>
          </a:xfrm>
          <a:noFill/>
        </p:spPr>
        <p:txBody>
          <a:bodyPr bIns="45720" anchor="b" anchorCtr="0">
            <a:normAutofit/>
          </a:bodyPr>
          <a:lstStyle>
            <a:lvl1pPr algn="l">
              <a:lnSpc>
                <a:spcPts val="4600"/>
              </a:lnSpc>
              <a:defRPr/>
            </a:lvl1pPr>
          </a:lstStyle>
          <a:p>
            <a:r>
              <a:rPr lang="fi-FI"/>
              <a:t>Click to edit Master title style</a:t>
            </a:r>
            <a:endParaRPr/>
          </a:p>
        </p:txBody>
      </p:sp>
    </p:spTree>
    <p:extLst>
      <p:ext uri="{BB962C8B-B14F-4D97-AF65-F5344CB8AC3E}">
        <p14:creationId xmlns:p14="http://schemas.microsoft.com/office/powerpoint/2010/main" val="1882755754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284163" y="4801575"/>
            <a:ext cx="8574087" cy="1468437"/>
          </a:xfrm>
          <a:prstGeom prst="rect">
            <a:avLst/>
          </a:prstGeom>
          <a:solidFill>
            <a:schemeClr val="tx1">
              <a:lumMod val="85000"/>
              <a:lumOff val="15000"/>
              <a:alpha val="85000"/>
            </a:schemeClr>
          </a:solidFill>
        </p:spPr>
        <p:txBody>
          <a:bodyPr vert="horz" lIns="91440" tIns="45720" rIns="182880" bIns="365760" rtlCol="0" anchor="b" anchorCtr="0">
            <a:normAutofit/>
          </a:bodyPr>
          <a:lstStyle/>
          <a:p>
            <a:pPr algn="l" defTabSz="914400" rtl="0" eaLnBrk="1" latinLnBrk="0" hangingPunct="1">
              <a:spcBef>
                <a:spcPct val="0"/>
              </a:spcBef>
              <a:buNone/>
            </a:pPr>
            <a:endParaRPr sz="4200" kern="1200">
              <a:solidFill>
                <a:schemeClr val="bg1"/>
              </a:solidFill>
              <a:latin typeface="+mj-lt"/>
              <a:ea typeface="+mj-ea"/>
              <a:cs typeface="+mj-cs"/>
            </a:endParaRPr>
          </a:p>
        </p:txBody>
      </p:sp>
      <p:grpSp>
        <p:nvGrpSpPr>
          <p:cNvPr id="9" name="Group 8"/>
          <p:cNvGrpSpPr/>
          <p:nvPr/>
        </p:nvGrpSpPr>
        <p:grpSpPr>
          <a:xfrm>
            <a:off x="284163" y="6263389"/>
            <a:ext cx="8576373" cy="137411"/>
            <a:chOff x="284163" y="1759424"/>
            <a:chExt cx="8576373" cy="137411"/>
          </a:xfrm>
        </p:grpSpPr>
        <p:sp>
          <p:nvSpPr>
            <p:cNvPr id="10" name="Rectangle 9"/>
            <p:cNvSpPr/>
            <p:nvPr/>
          </p:nvSpPr>
          <p:spPr>
            <a:xfrm>
              <a:off x="284163" y="1759424"/>
              <a:ext cx="2743200" cy="137411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1" name="Rectangle 10"/>
            <p:cNvSpPr/>
            <p:nvPr/>
          </p:nvSpPr>
          <p:spPr>
            <a:xfrm>
              <a:off x="3026392" y="1759424"/>
              <a:ext cx="1600200" cy="137411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2" name="Rectangle 11"/>
            <p:cNvSpPr/>
            <p:nvPr/>
          </p:nvSpPr>
          <p:spPr>
            <a:xfrm>
              <a:off x="4626864" y="1759424"/>
              <a:ext cx="4233672" cy="137411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</p:grpSp>
      <p:sp>
        <p:nvSpPr>
          <p:cNvPr id="13" name="TextBox 12"/>
          <p:cNvSpPr txBox="1"/>
          <p:nvPr/>
        </p:nvSpPr>
        <p:spPr>
          <a:xfrm>
            <a:off x="8230889" y="4801575"/>
            <a:ext cx="587020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sz="3600">
                <a:solidFill>
                  <a:schemeClr val="bg1"/>
                </a:solidFill>
                <a:sym typeface="Wingdings"/>
              </a:rPr>
              <a:t></a:t>
            </a:r>
            <a:endParaRPr sz="3600">
              <a:solidFill>
                <a:schemeClr val="bg1"/>
              </a:solidFill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29768" y="4814125"/>
            <a:ext cx="7772400" cy="1051560"/>
          </a:xfrm>
          <a:noFill/>
        </p:spPr>
        <p:txBody>
          <a:bodyPr vert="horz" lIns="91440" tIns="45720" rIns="91440" bIns="45720" rtlCol="0" anchor="b" anchorCtr="0">
            <a:normAutofit/>
          </a:bodyPr>
          <a:lstStyle>
            <a:lvl1pPr algn="l" defTabSz="914400" rtl="0" eaLnBrk="1" latinLnBrk="0" hangingPunct="1">
              <a:spcBef>
                <a:spcPct val="0"/>
              </a:spcBef>
              <a:buNone/>
              <a:defRPr sz="4200" b="0" i="0" kern="1200" cap="none" baseline="0">
                <a:solidFill>
                  <a:schemeClr val="bg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fi-FI"/>
              <a:t>Click to edit Master title style</a:t>
            </a:r>
            <a:endParaRPr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75488" y="5861304"/>
            <a:ext cx="7735824" cy="402336"/>
          </a:xfrm>
        </p:spPr>
        <p:txBody>
          <a:bodyPr vert="horz" lIns="91440" tIns="45720" rIns="91440" bIns="45720" rtlCol="0" anchor="t" anchorCtr="0">
            <a:normAutofit/>
          </a:bodyPr>
          <a:lstStyle>
            <a:lvl1pPr marL="0" indent="0">
              <a:spcBef>
                <a:spcPts val="0"/>
              </a:spcBef>
              <a:buNone/>
              <a:defRPr sz="18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marL="0" lvl="0" indent="0" algn="l" defTabSz="914400" rtl="0" eaLnBrk="1" latinLnBrk="0" hangingPunct="1">
              <a:spcBef>
                <a:spcPts val="20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None/>
            </a:pPr>
            <a:r>
              <a:rPr lang="fi-FI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51665B-C24A-4702-B522-6A4334602E03}" type="datetimeFigureOut">
              <a:rPr lang="en-US" smtClean="0"/>
              <a:t>3/25/2025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D889E0-CAB2-4699-909D-B9A88D47ACB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6980854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ection with Pictu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Picture Placeholder 7"/>
          <p:cNvSpPr>
            <a:spLocks noGrp="1"/>
          </p:cNvSpPr>
          <p:nvPr>
            <p:ph type="pic" sz="quarter" idx="13"/>
          </p:nvPr>
        </p:nvSpPr>
        <p:spPr>
          <a:xfrm>
            <a:off x="284162" y="443754"/>
            <a:ext cx="8574087" cy="4370293"/>
          </a:xfrm>
        </p:spPr>
        <p:txBody>
          <a:bodyPr/>
          <a:lstStyle>
            <a:lvl1pPr>
              <a:buNone/>
              <a:defRPr/>
            </a:lvl1pPr>
          </a:lstStyle>
          <a:p>
            <a:r>
              <a:rPr lang="fi-FI"/>
              <a:t>Drag picture to placeholder or click icon to add</a:t>
            </a:r>
            <a:endParaRPr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51665B-C24A-4702-B522-6A4334602E03}" type="datetimeFigureOut">
              <a:rPr lang="en-US" smtClean="0"/>
              <a:t>3/25/2025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D889E0-CAB2-4699-909D-B9A88D47ACBE}" type="slidenum">
              <a:rPr lang="en-US" smtClean="0"/>
              <a:t>‹#›</a:t>
            </a:fld>
            <a:endParaRPr lang="en-US"/>
          </a:p>
        </p:txBody>
      </p:sp>
      <p:sp>
        <p:nvSpPr>
          <p:cNvPr id="7" name="Rectangle 6"/>
          <p:cNvSpPr/>
          <p:nvPr/>
        </p:nvSpPr>
        <p:spPr>
          <a:xfrm>
            <a:off x="284163" y="4801575"/>
            <a:ext cx="8574087" cy="1468437"/>
          </a:xfrm>
          <a:prstGeom prst="rect">
            <a:avLst/>
          </a:prstGeom>
          <a:solidFill>
            <a:schemeClr val="tx1">
              <a:lumMod val="85000"/>
              <a:lumOff val="15000"/>
              <a:alpha val="85000"/>
            </a:schemeClr>
          </a:solidFill>
        </p:spPr>
        <p:txBody>
          <a:bodyPr vert="horz" lIns="91440" tIns="45720" rIns="182880" bIns="365760" rtlCol="0" anchor="b" anchorCtr="0">
            <a:normAutofit/>
          </a:bodyPr>
          <a:lstStyle/>
          <a:p>
            <a:pPr algn="l" defTabSz="914400" rtl="0" eaLnBrk="1" latinLnBrk="0" hangingPunct="1">
              <a:spcBef>
                <a:spcPct val="0"/>
              </a:spcBef>
              <a:buNone/>
            </a:pPr>
            <a:endParaRPr sz="4200" kern="1200">
              <a:solidFill>
                <a:schemeClr val="bg1"/>
              </a:solidFill>
              <a:latin typeface="+mj-lt"/>
              <a:ea typeface="+mj-ea"/>
              <a:cs typeface="+mj-cs"/>
            </a:endParaRPr>
          </a:p>
        </p:txBody>
      </p:sp>
      <p:grpSp>
        <p:nvGrpSpPr>
          <p:cNvPr id="8" name="Group 7"/>
          <p:cNvGrpSpPr/>
          <p:nvPr/>
        </p:nvGrpSpPr>
        <p:grpSpPr>
          <a:xfrm>
            <a:off x="284163" y="6263389"/>
            <a:ext cx="8576373" cy="137411"/>
            <a:chOff x="284163" y="1759424"/>
            <a:chExt cx="8576373" cy="137411"/>
          </a:xfrm>
        </p:grpSpPr>
        <p:sp>
          <p:nvSpPr>
            <p:cNvPr id="9" name="Rectangle 8"/>
            <p:cNvSpPr/>
            <p:nvPr/>
          </p:nvSpPr>
          <p:spPr>
            <a:xfrm>
              <a:off x="284163" y="1759424"/>
              <a:ext cx="2743200" cy="137411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0" name="Rectangle 9"/>
            <p:cNvSpPr/>
            <p:nvPr/>
          </p:nvSpPr>
          <p:spPr>
            <a:xfrm>
              <a:off x="3026392" y="1759424"/>
              <a:ext cx="1600200" cy="137411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1" name="Rectangle 10"/>
            <p:cNvSpPr/>
            <p:nvPr/>
          </p:nvSpPr>
          <p:spPr>
            <a:xfrm>
              <a:off x="4626864" y="1759424"/>
              <a:ext cx="4233672" cy="137411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</p:grpSp>
      <p:sp>
        <p:nvSpPr>
          <p:cNvPr id="12" name="TextBox 11"/>
          <p:cNvSpPr txBox="1"/>
          <p:nvPr/>
        </p:nvSpPr>
        <p:spPr>
          <a:xfrm>
            <a:off x="8230889" y="4801575"/>
            <a:ext cx="587020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sz="3600">
                <a:solidFill>
                  <a:schemeClr val="bg1"/>
                </a:solidFill>
                <a:sym typeface="Wingdings"/>
              </a:rPr>
              <a:t></a:t>
            </a:r>
            <a:endParaRPr sz="3600">
              <a:solidFill>
                <a:schemeClr val="bg1"/>
              </a:solidFill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30306" y="4814047"/>
            <a:ext cx="7772400" cy="1048871"/>
          </a:xfrm>
          <a:noFill/>
        </p:spPr>
        <p:txBody>
          <a:bodyPr anchor="b" anchorCtr="0">
            <a:normAutofit/>
          </a:bodyPr>
          <a:lstStyle>
            <a:lvl1pPr algn="l">
              <a:defRPr sz="4200" b="0" i="0" cap="none" baseline="0"/>
            </a:lvl1pPr>
          </a:lstStyle>
          <a:p>
            <a:r>
              <a:rPr lang="fi-FI"/>
              <a:t>Click to edit Master title style</a:t>
            </a:r>
            <a:endParaRPr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70647" y="5862918"/>
            <a:ext cx="7732059" cy="403412"/>
          </a:xfrm>
        </p:spPr>
        <p:txBody>
          <a:bodyPr anchor="t" anchorCtr="0">
            <a:normAutofit/>
          </a:bodyPr>
          <a:lstStyle>
            <a:lvl1pPr marL="0" indent="0">
              <a:spcBef>
                <a:spcPts val="0"/>
              </a:spcBef>
              <a:buNone/>
              <a:defRPr sz="1800">
                <a:solidFill>
                  <a:schemeClr val="bg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fi-FI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996570076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284163" y="455773"/>
            <a:ext cx="8574087" cy="1133949"/>
          </a:xfrm>
          <a:prstGeom prst="rect">
            <a:avLst/>
          </a:prstGeom>
          <a:solidFill>
            <a:schemeClr val="tx1">
              <a:lumMod val="85000"/>
              <a:lumOff val="15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grpSp>
        <p:nvGrpSpPr>
          <p:cNvPr id="9" name="Group 8"/>
          <p:cNvGrpSpPr/>
          <p:nvPr/>
        </p:nvGrpSpPr>
        <p:grpSpPr>
          <a:xfrm>
            <a:off x="284163" y="1577847"/>
            <a:ext cx="8576373" cy="137411"/>
            <a:chOff x="284163" y="1577847"/>
            <a:chExt cx="8576373" cy="137411"/>
          </a:xfrm>
        </p:grpSpPr>
        <p:sp>
          <p:nvSpPr>
            <p:cNvPr id="10" name="Rectangle 9"/>
            <p:cNvSpPr/>
            <p:nvPr/>
          </p:nvSpPr>
          <p:spPr>
            <a:xfrm>
              <a:off x="284163" y="1577847"/>
              <a:ext cx="1600200" cy="137411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1" name="Rectangle 10"/>
            <p:cNvSpPr/>
            <p:nvPr/>
          </p:nvSpPr>
          <p:spPr>
            <a:xfrm>
              <a:off x="1885174" y="1577847"/>
              <a:ext cx="2743200" cy="137411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2" name="Rectangle 11"/>
            <p:cNvSpPr/>
            <p:nvPr/>
          </p:nvSpPr>
          <p:spPr>
            <a:xfrm>
              <a:off x="4626864" y="1577847"/>
              <a:ext cx="4233672" cy="137411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i-FI"/>
              <a:t>Click to edit Master title style</a:t>
            </a:r>
            <a:endParaRPr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03412" y="2151063"/>
            <a:ext cx="3931920" cy="3975100"/>
          </a:xfrm>
        </p:spPr>
        <p:txBody>
          <a:bodyPr>
            <a:normAutofit/>
          </a:bodyPr>
          <a:lstStyle>
            <a:lvl1pPr>
              <a:defRPr sz="2200"/>
            </a:lvl1pPr>
            <a:lvl2pPr>
              <a:defRPr sz="20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fi-FI"/>
              <a:t>Click to edit Master text styles</a:t>
            </a:r>
          </a:p>
          <a:p>
            <a:pPr lvl="1"/>
            <a:r>
              <a:rPr lang="fi-FI"/>
              <a:t>Second level</a:t>
            </a:r>
          </a:p>
          <a:p>
            <a:pPr lvl="2"/>
            <a:r>
              <a:rPr lang="fi-FI"/>
              <a:t>Third level</a:t>
            </a:r>
          </a:p>
          <a:p>
            <a:pPr lvl="3"/>
            <a:r>
              <a:rPr lang="fi-FI"/>
              <a:t>Fourth level</a:t>
            </a:r>
          </a:p>
          <a:p>
            <a:pPr lvl="4"/>
            <a:r>
              <a:rPr lang="fi-FI"/>
              <a:t>Fifth level</a:t>
            </a:r>
            <a:endParaRPr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778188" y="2151063"/>
            <a:ext cx="3931920" cy="3975100"/>
          </a:xfrm>
        </p:spPr>
        <p:txBody>
          <a:bodyPr>
            <a:normAutofit/>
          </a:bodyPr>
          <a:lstStyle>
            <a:lvl1pPr>
              <a:defRPr sz="2200"/>
            </a:lvl1pPr>
            <a:lvl2pPr>
              <a:defRPr sz="20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fi-FI"/>
              <a:t>Click to edit Master text styles</a:t>
            </a:r>
          </a:p>
          <a:p>
            <a:pPr lvl="1"/>
            <a:r>
              <a:rPr lang="fi-FI"/>
              <a:t>Second level</a:t>
            </a:r>
          </a:p>
          <a:p>
            <a:pPr lvl="2"/>
            <a:r>
              <a:rPr lang="fi-FI"/>
              <a:t>Third level</a:t>
            </a:r>
          </a:p>
          <a:p>
            <a:pPr lvl="3"/>
            <a:r>
              <a:rPr lang="fi-FI"/>
              <a:t>Fourth level</a:t>
            </a:r>
          </a:p>
          <a:p>
            <a:pPr lvl="4"/>
            <a:r>
              <a:rPr lang="fi-FI"/>
              <a:t>Fifth level</a:t>
            </a:r>
            <a:endParaRPr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51665B-C24A-4702-B522-6A4334602E03}" type="datetimeFigureOut">
              <a:rPr lang="en-US" smtClean="0"/>
              <a:t>3/25/2025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D889E0-CAB2-4699-909D-B9A88D47ACB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47080555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/>
          <p:cNvSpPr/>
          <p:nvPr/>
        </p:nvSpPr>
        <p:spPr>
          <a:xfrm>
            <a:off x="284163" y="455773"/>
            <a:ext cx="8574087" cy="1133949"/>
          </a:xfrm>
          <a:prstGeom prst="rect">
            <a:avLst/>
          </a:prstGeom>
          <a:solidFill>
            <a:schemeClr val="tx1">
              <a:lumMod val="85000"/>
              <a:lumOff val="15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grpSp>
        <p:nvGrpSpPr>
          <p:cNvPr id="11" name="Group 10"/>
          <p:cNvGrpSpPr/>
          <p:nvPr/>
        </p:nvGrpSpPr>
        <p:grpSpPr>
          <a:xfrm>
            <a:off x="284163" y="1577847"/>
            <a:ext cx="8576373" cy="137411"/>
            <a:chOff x="284163" y="1577847"/>
            <a:chExt cx="8576373" cy="137411"/>
          </a:xfrm>
        </p:grpSpPr>
        <p:sp>
          <p:nvSpPr>
            <p:cNvPr id="12" name="Rectangle 11"/>
            <p:cNvSpPr/>
            <p:nvPr/>
          </p:nvSpPr>
          <p:spPr>
            <a:xfrm>
              <a:off x="284163" y="1577847"/>
              <a:ext cx="1600200" cy="137411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3" name="Rectangle 12"/>
            <p:cNvSpPr/>
            <p:nvPr/>
          </p:nvSpPr>
          <p:spPr>
            <a:xfrm>
              <a:off x="1885174" y="1577847"/>
              <a:ext cx="2743200" cy="137411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4" name="Rectangle 13"/>
            <p:cNvSpPr/>
            <p:nvPr/>
          </p:nvSpPr>
          <p:spPr>
            <a:xfrm>
              <a:off x="4626864" y="1577847"/>
              <a:ext cx="4233672" cy="137411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fi-FI"/>
              <a:t>Click to edit Master title style</a:t>
            </a:r>
            <a:endParaRPr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03412" y="1735138"/>
            <a:ext cx="3931920" cy="833250"/>
          </a:xfrm>
        </p:spPr>
        <p:txBody>
          <a:bodyPr anchor="b">
            <a:noAutofit/>
          </a:bodyPr>
          <a:lstStyle>
            <a:lvl1pPr marL="0" indent="0" algn="ctr">
              <a:lnSpc>
                <a:spcPct val="100000"/>
              </a:lnSpc>
              <a:spcBef>
                <a:spcPts val="600"/>
              </a:spcBef>
              <a:buNone/>
              <a:defRPr sz="26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i-FI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03412" y="2590800"/>
            <a:ext cx="3931920" cy="3535362"/>
          </a:xfrm>
        </p:spPr>
        <p:txBody>
          <a:bodyPr>
            <a:normAutofit/>
          </a:bodyPr>
          <a:lstStyle>
            <a:lvl1pPr>
              <a:defRPr sz="2200"/>
            </a:lvl1pPr>
            <a:lvl2pPr>
              <a:defRPr sz="20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fi-FI"/>
              <a:t>Click to edit Master text styles</a:t>
            </a:r>
          </a:p>
          <a:p>
            <a:pPr lvl="1"/>
            <a:r>
              <a:rPr lang="fi-FI"/>
              <a:t>Second level</a:t>
            </a:r>
          </a:p>
          <a:p>
            <a:pPr lvl="2"/>
            <a:r>
              <a:rPr lang="fi-FI"/>
              <a:t>Third level</a:t>
            </a:r>
          </a:p>
          <a:p>
            <a:pPr lvl="3"/>
            <a:r>
              <a:rPr lang="fi-FI"/>
              <a:t>Fourth level</a:t>
            </a:r>
          </a:p>
          <a:p>
            <a:pPr lvl="4"/>
            <a:r>
              <a:rPr lang="fi-FI"/>
              <a:t>Fifth level</a:t>
            </a:r>
            <a:endParaRPr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779495" y="1735138"/>
            <a:ext cx="3931920" cy="833250"/>
          </a:xfrm>
        </p:spPr>
        <p:txBody>
          <a:bodyPr anchor="b">
            <a:noAutofit/>
          </a:bodyPr>
          <a:lstStyle>
            <a:lvl1pPr marL="0" indent="0" algn="ctr">
              <a:lnSpc>
                <a:spcPct val="100000"/>
              </a:lnSpc>
              <a:spcBef>
                <a:spcPts val="600"/>
              </a:spcBef>
              <a:buNone/>
              <a:defRPr sz="2600" b="0">
                <a:solidFill>
                  <a:schemeClr val="accent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i-FI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779495" y="2590800"/>
            <a:ext cx="3931920" cy="3535362"/>
          </a:xfrm>
        </p:spPr>
        <p:txBody>
          <a:bodyPr>
            <a:normAutofit/>
          </a:bodyPr>
          <a:lstStyle>
            <a:lvl1pPr>
              <a:defRPr sz="2200"/>
            </a:lvl1pPr>
            <a:lvl2pPr>
              <a:defRPr sz="20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fi-FI"/>
              <a:t>Click to edit Master text styles</a:t>
            </a:r>
          </a:p>
          <a:p>
            <a:pPr lvl="1"/>
            <a:r>
              <a:rPr lang="fi-FI"/>
              <a:t>Second level</a:t>
            </a:r>
          </a:p>
          <a:p>
            <a:pPr lvl="2"/>
            <a:r>
              <a:rPr lang="fi-FI"/>
              <a:t>Third level</a:t>
            </a:r>
          </a:p>
          <a:p>
            <a:pPr lvl="3"/>
            <a:r>
              <a:rPr lang="fi-FI"/>
              <a:t>Fourth level</a:t>
            </a:r>
          </a:p>
          <a:p>
            <a:pPr lvl="4"/>
            <a:r>
              <a:rPr lang="fi-FI"/>
              <a:t>Fifth level</a:t>
            </a:r>
            <a:endParaRPr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51665B-C24A-4702-B522-6A4334602E03}" type="datetimeFigureOut">
              <a:rPr lang="en-US" smtClean="0"/>
              <a:t>3/25/2025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D889E0-CAB2-4699-909D-B9A88D47ACB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76141388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/>
          <p:cNvSpPr/>
          <p:nvPr/>
        </p:nvSpPr>
        <p:spPr>
          <a:xfrm>
            <a:off x="284163" y="455773"/>
            <a:ext cx="8574087" cy="1133949"/>
          </a:xfrm>
          <a:prstGeom prst="rect">
            <a:avLst/>
          </a:prstGeom>
          <a:solidFill>
            <a:schemeClr val="tx1">
              <a:lumMod val="85000"/>
              <a:lumOff val="15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grpSp>
        <p:nvGrpSpPr>
          <p:cNvPr id="7" name="Group 6"/>
          <p:cNvGrpSpPr/>
          <p:nvPr/>
        </p:nvGrpSpPr>
        <p:grpSpPr>
          <a:xfrm>
            <a:off x="284163" y="1577847"/>
            <a:ext cx="8576373" cy="137411"/>
            <a:chOff x="284163" y="1577847"/>
            <a:chExt cx="8576373" cy="137411"/>
          </a:xfrm>
        </p:grpSpPr>
        <p:sp>
          <p:nvSpPr>
            <p:cNvPr id="8" name="Rectangle 7"/>
            <p:cNvSpPr/>
            <p:nvPr/>
          </p:nvSpPr>
          <p:spPr>
            <a:xfrm>
              <a:off x="284163" y="1577847"/>
              <a:ext cx="1600200" cy="137411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9" name="Rectangle 8"/>
            <p:cNvSpPr/>
            <p:nvPr/>
          </p:nvSpPr>
          <p:spPr>
            <a:xfrm>
              <a:off x="1885174" y="1577847"/>
              <a:ext cx="2743200" cy="137411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0" name="Rectangle 9"/>
            <p:cNvSpPr/>
            <p:nvPr/>
          </p:nvSpPr>
          <p:spPr>
            <a:xfrm>
              <a:off x="4626864" y="1577847"/>
              <a:ext cx="4233672" cy="137411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i-FI"/>
              <a:t>Click to edit Master title style</a:t>
            </a:r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51665B-C24A-4702-B522-6A4334602E03}" type="datetimeFigureOut">
              <a:rPr lang="en-US" smtClean="0"/>
              <a:t>3/25/2025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D889E0-CAB2-4699-909D-B9A88D47ACB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01057809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51665B-C24A-4702-B522-6A4334602E03}" type="datetimeFigureOut">
              <a:rPr lang="en-US" smtClean="0"/>
              <a:t>3/25/2025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grpSp>
        <p:nvGrpSpPr>
          <p:cNvPr id="5" name="Group 4"/>
          <p:cNvGrpSpPr/>
          <p:nvPr/>
        </p:nvGrpSpPr>
        <p:grpSpPr>
          <a:xfrm>
            <a:off x="284164" y="452718"/>
            <a:ext cx="7365210" cy="137411"/>
            <a:chOff x="284163" y="1577847"/>
            <a:chExt cx="8576373" cy="137411"/>
          </a:xfrm>
        </p:grpSpPr>
        <p:sp>
          <p:nvSpPr>
            <p:cNvPr id="6" name="Rectangle 5"/>
            <p:cNvSpPr/>
            <p:nvPr/>
          </p:nvSpPr>
          <p:spPr>
            <a:xfrm>
              <a:off x="284163" y="1577847"/>
              <a:ext cx="1600200" cy="137411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7" name="Rectangle 6"/>
            <p:cNvSpPr/>
            <p:nvPr/>
          </p:nvSpPr>
          <p:spPr>
            <a:xfrm>
              <a:off x="1885174" y="1577847"/>
              <a:ext cx="2743200" cy="137411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8" name="Rectangle 7"/>
            <p:cNvSpPr/>
            <p:nvPr/>
          </p:nvSpPr>
          <p:spPr>
            <a:xfrm>
              <a:off x="4626864" y="1577847"/>
              <a:ext cx="4233672" cy="137411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</p:grpSp>
      <p:pic>
        <p:nvPicPr>
          <p:cNvPr id="2050" name="Picture 2" descr="Image result for AIUB logo">
            <a:extLst>
              <a:ext uri="{FF2B5EF4-FFF2-40B4-BE49-F238E27FC236}">
                <a16:creationId xmlns:a16="http://schemas.microsoft.com/office/drawing/2014/main" id="{C28CB252-6044-4564-B6A7-264FC3396E0A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649374" y="55844"/>
            <a:ext cx="1279161" cy="128715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603930513"/>
      </p:ext>
    </p:extLst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68941" y="1298762"/>
            <a:ext cx="4069080" cy="1162050"/>
          </a:xfrm>
          <a:noFill/>
        </p:spPr>
        <p:txBody>
          <a:bodyPr anchor="b">
            <a:noAutofit/>
          </a:bodyPr>
          <a:lstStyle>
            <a:lvl1pPr algn="ctr">
              <a:defRPr sz="3200" b="1">
                <a:solidFill>
                  <a:schemeClr val="accent2"/>
                </a:solidFill>
              </a:defRPr>
            </a:lvl1pPr>
          </a:lstStyle>
          <a:p>
            <a:r>
              <a:rPr lang="fi-FI"/>
              <a:t>Click to edit Master title style</a:t>
            </a:r>
            <a:endParaRPr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83567" y="914400"/>
            <a:ext cx="4069080" cy="5211763"/>
          </a:xfrm>
        </p:spPr>
        <p:txBody>
          <a:bodyPr>
            <a:normAutofit/>
          </a:bodyPr>
          <a:lstStyle>
            <a:lvl1pPr>
              <a:defRPr sz="2200"/>
            </a:lvl1pPr>
            <a:lvl2pPr>
              <a:defRPr sz="20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fi-FI"/>
              <a:t>Click to edit Master text styles</a:t>
            </a:r>
          </a:p>
          <a:p>
            <a:pPr lvl="1"/>
            <a:r>
              <a:rPr lang="fi-FI"/>
              <a:t>Second level</a:t>
            </a:r>
          </a:p>
          <a:p>
            <a:pPr lvl="2"/>
            <a:r>
              <a:rPr lang="fi-FI"/>
              <a:t>Third level</a:t>
            </a:r>
          </a:p>
          <a:p>
            <a:pPr lvl="3"/>
            <a:r>
              <a:rPr lang="fi-FI"/>
              <a:t>Fourth level</a:t>
            </a:r>
          </a:p>
          <a:p>
            <a:pPr lvl="4"/>
            <a:r>
              <a:rPr lang="fi-FI"/>
              <a:t>Fifth level</a:t>
            </a:r>
            <a:endParaRPr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68941" y="2456329"/>
            <a:ext cx="4069080" cy="3182472"/>
          </a:xfrm>
        </p:spPr>
        <p:txBody>
          <a:bodyPr>
            <a:normAutofit/>
          </a:bodyPr>
          <a:lstStyle>
            <a:lvl1pPr marL="0" indent="0" algn="ctr">
              <a:spcBef>
                <a:spcPts val="600"/>
              </a:spcBef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i-FI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51665B-C24A-4702-B522-6A4334602E03}" type="datetimeFigureOut">
              <a:rPr lang="en-US" smtClean="0"/>
              <a:t>3/25/2025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D889E0-CAB2-4699-909D-B9A88D47ACBE}" type="slidenum">
              <a:rPr lang="en-US" smtClean="0"/>
              <a:t>‹#›</a:t>
            </a:fld>
            <a:endParaRPr lang="en-US"/>
          </a:p>
        </p:txBody>
      </p:sp>
      <p:grpSp>
        <p:nvGrpSpPr>
          <p:cNvPr id="8" name="Group 7"/>
          <p:cNvGrpSpPr/>
          <p:nvPr/>
        </p:nvGrpSpPr>
        <p:grpSpPr>
          <a:xfrm>
            <a:off x="284163" y="452718"/>
            <a:ext cx="8576373" cy="137411"/>
            <a:chOff x="284163" y="1577847"/>
            <a:chExt cx="8576373" cy="137411"/>
          </a:xfrm>
        </p:grpSpPr>
        <p:sp>
          <p:nvSpPr>
            <p:cNvPr id="9" name="Rectangle 8"/>
            <p:cNvSpPr/>
            <p:nvPr/>
          </p:nvSpPr>
          <p:spPr>
            <a:xfrm>
              <a:off x="284163" y="1577847"/>
              <a:ext cx="1600200" cy="137411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0" name="Rectangle 9"/>
            <p:cNvSpPr/>
            <p:nvPr/>
          </p:nvSpPr>
          <p:spPr>
            <a:xfrm>
              <a:off x="1885174" y="1577847"/>
              <a:ext cx="2743200" cy="137411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1" name="Rectangle 10"/>
            <p:cNvSpPr/>
            <p:nvPr/>
          </p:nvSpPr>
          <p:spPr>
            <a:xfrm>
              <a:off x="4626864" y="1577847"/>
              <a:ext cx="4233672" cy="137411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</p:grpSp>
    </p:spTree>
    <p:extLst>
      <p:ext uri="{BB962C8B-B14F-4D97-AF65-F5344CB8AC3E}">
        <p14:creationId xmlns:p14="http://schemas.microsoft.com/office/powerpoint/2010/main" val="1356805784"/>
      </p:ext>
    </p:extLst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284163" y="4801575"/>
            <a:ext cx="8574087" cy="1468437"/>
          </a:xfrm>
          <a:prstGeom prst="rect">
            <a:avLst/>
          </a:prstGeom>
          <a:solidFill>
            <a:schemeClr val="tx1">
              <a:lumMod val="85000"/>
              <a:lumOff val="15000"/>
              <a:alpha val="85000"/>
            </a:schemeClr>
          </a:solidFill>
        </p:spPr>
        <p:txBody>
          <a:bodyPr vert="horz" lIns="91440" tIns="45720" rIns="182880" bIns="365760" rtlCol="0" anchor="b" anchorCtr="0">
            <a:normAutofit/>
          </a:bodyPr>
          <a:lstStyle/>
          <a:p>
            <a:pPr algn="l" defTabSz="914400" rtl="0" eaLnBrk="1" latinLnBrk="0" hangingPunct="1">
              <a:spcBef>
                <a:spcPct val="0"/>
              </a:spcBef>
              <a:buNone/>
            </a:pPr>
            <a:endParaRPr sz="4200" kern="1200">
              <a:solidFill>
                <a:schemeClr val="bg1"/>
              </a:solidFill>
              <a:latin typeface="+mj-lt"/>
              <a:ea typeface="+mj-ea"/>
              <a:cs typeface="+mj-cs"/>
            </a:endParaRPr>
          </a:p>
        </p:txBody>
      </p:sp>
      <p:grpSp>
        <p:nvGrpSpPr>
          <p:cNvPr id="9" name="Group 8"/>
          <p:cNvGrpSpPr/>
          <p:nvPr/>
        </p:nvGrpSpPr>
        <p:grpSpPr>
          <a:xfrm>
            <a:off x="284163" y="6263389"/>
            <a:ext cx="8576373" cy="137411"/>
            <a:chOff x="284163" y="1759424"/>
            <a:chExt cx="8576373" cy="137411"/>
          </a:xfrm>
        </p:grpSpPr>
        <p:sp>
          <p:nvSpPr>
            <p:cNvPr id="10" name="Rectangle 9"/>
            <p:cNvSpPr/>
            <p:nvPr/>
          </p:nvSpPr>
          <p:spPr>
            <a:xfrm>
              <a:off x="284163" y="1759424"/>
              <a:ext cx="2743200" cy="137411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1" name="Rectangle 10"/>
            <p:cNvSpPr/>
            <p:nvPr/>
          </p:nvSpPr>
          <p:spPr>
            <a:xfrm>
              <a:off x="3026392" y="1759424"/>
              <a:ext cx="1600200" cy="137411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2" name="Rectangle 11"/>
            <p:cNvSpPr/>
            <p:nvPr/>
          </p:nvSpPr>
          <p:spPr>
            <a:xfrm>
              <a:off x="4626864" y="1759424"/>
              <a:ext cx="4233672" cy="137411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63071" y="4800600"/>
            <a:ext cx="8360242" cy="566738"/>
          </a:xfrm>
          <a:noFill/>
        </p:spPr>
        <p:txBody>
          <a:bodyPr vert="horz" lIns="91440" tIns="45720" rIns="91440" bIns="45720" rtlCol="0" anchor="b" anchorCtr="0">
            <a:normAutofit/>
          </a:bodyPr>
          <a:lstStyle>
            <a:lvl1pPr algn="l" defTabSz="914400" rtl="0" eaLnBrk="1" latinLnBrk="0" hangingPunct="1">
              <a:spcBef>
                <a:spcPct val="0"/>
              </a:spcBef>
              <a:buNone/>
              <a:defRPr sz="2800" b="0" i="0" kern="1200" cap="none" baseline="0">
                <a:solidFill>
                  <a:schemeClr val="bg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fi-FI"/>
              <a:t>Click to edit Master title style</a:t>
            </a:r>
            <a:endParaRPr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284163" y="457199"/>
            <a:ext cx="8577072" cy="4352544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fi-FI"/>
              <a:t>Drag picture to placeholder or click icon to add</a:t>
            </a:r>
            <a:endParaRPr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19099" y="5367338"/>
            <a:ext cx="8304213" cy="804862"/>
          </a:xfrm>
        </p:spPr>
        <p:txBody>
          <a:bodyPr/>
          <a:lstStyle>
            <a:lvl1pPr marL="0" indent="0">
              <a:spcBef>
                <a:spcPts val="0"/>
              </a:spcBef>
              <a:buNone/>
              <a:defRPr sz="1400">
                <a:solidFill>
                  <a:schemeClr val="bg1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i-FI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51665B-C24A-4702-B522-6A4334602E03}" type="datetimeFigureOut">
              <a:rPr lang="en-US" smtClean="0"/>
              <a:t>3/25/2025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D889E0-CAB2-4699-909D-B9A88D47ACB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27508173"/>
      </p:ext>
    </p:extLst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, Alt.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Group 8"/>
          <p:cNvGrpSpPr/>
          <p:nvPr/>
        </p:nvGrpSpPr>
        <p:grpSpPr>
          <a:xfrm>
            <a:off x="284163" y="4280647"/>
            <a:ext cx="8576373" cy="137411"/>
            <a:chOff x="284163" y="1759424"/>
            <a:chExt cx="8576373" cy="137411"/>
          </a:xfrm>
        </p:grpSpPr>
        <p:sp>
          <p:nvSpPr>
            <p:cNvPr id="10" name="Rectangle 9"/>
            <p:cNvSpPr/>
            <p:nvPr/>
          </p:nvSpPr>
          <p:spPr>
            <a:xfrm>
              <a:off x="284163" y="1759424"/>
              <a:ext cx="2743200" cy="137411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1" name="Rectangle 10"/>
            <p:cNvSpPr/>
            <p:nvPr/>
          </p:nvSpPr>
          <p:spPr>
            <a:xfrm>
              <a:off x="3026392" y="1759424"/>
              <a:ext cx="1600200" cy="137411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2" name="Rectangle 11"/>
            <p:cNvSpPr/>
            <p:nvPr/>
          </p:nvSpPr>
          <p:spPr>
            <a:xfrm>
              <a:off x="4626864" y="1759424"/>
              <a:ext cx="4233672" cy="137411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63071" y="4778189"/>
            <a:ext cx="8360242" cy="566738"/>
          </a:xfrm>
          <a:noFill/>
        </p:spPr>
        <p:txBody>
          <a:bodyPr anchor="b">
            <a:normAutofit/>
          </a:bodyPr>
          <a:lstStyle>
            <a:lvl1pPr algn="l">
              <a:defRPr sz="2800" b="0">
                <a:solidFill>
                  <a:schemeClr val="accent2"/>
                </a:solidFill>
              </a:defRPr>
            </a:lvl1pPr>
          </a:lstStyle>
          <a:p>
            <a:r>
              <a:rPr lang="fi-FI"/>
              <a:t>Click to edit Master title style</a:t>
            </a:r>
            <a:endParaRPr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284163" y="457200"/>
            <a:ext cx="8577072" cy="3822192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fi-FI"/>
              <a:t>Drag picture to placeholder or click icon to add</a:t>
            </a:r>
            <a:endParaRPr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19099" y="5344927"/>
            <a:ext cx="8304213" cy="804862"/>
          </a:xfrm>
          <a:noFill/>
        </p:spPr>
        <p:txBody>
          <a:bodyPr/>
          <a:lstStyle>
            <a:lvl1pPr marL="0" indent="0">
              <a:spcBef>
                <a:spcPts val="0"/>
              </a:spcBef>
              <a:buNone/>
              <a:defRPr sz="140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i-FI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51665B-C24A-4702-B522-6A4334602E03}" type="datetimeFigureOut">
              <a:rPr lang="en-US" smtClean="0"/>
              <a:t>3/25/2025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D889E0-CAB2-4699-909D-B9A88D47ACB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63073902"/>
      </p:ext>
    </p:extLst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, Picture,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657600" y="914400"/>
            <a:ext cx="5195047" cy="5211763"/>
          </a:xfrm>
        </p:spPr>
        <p:txBody>
          <a:bodyPr>
            <a:normAutofit/>
          </a:bodyPr>
          <a:lstStyle>
            <a:lvl1pPr>
              <a:defRPr sz="2200"/>
            </a:lvl1pPr>
            <a:lvl2pPr>
              <a:defRPr sz="20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fi-FI"/>
              <a:t>Click to edit Master text styles</a:t>
            </a:r>
          </a:p>
          <a:p>
            <a:pPr lvl="1"/>
            <a:r>
              <a:rPr lang="fi-FI"/>
              <a:t>Second level</a:t>
            </a:r>
          </a:p>
          <a:p>
            <a:pPr lvl="2"/>
            <a:r>
              <a:rPr lang="fi-FI"/>
              <a:t>Third level</a:t>
            </a:r>
          </a:p>
          <a:p>
            <a:pPr lvl="3"/>
            <a:r>
              <a:rPr lang="fi-FI"/>
              <a:t>Fourth level</a:t>
            </a:r>
          </a:p>
          <a:p>
            <a:pPr lvl="4"/>
            <a:r>
              <a:rPr lang="fi-FI"/>
              <a:t>Fifth level</a:t>
            </a:r>
            <a:endParaRPr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51665B-C24A-4702-B522-6A4334602E03}" type="datetimeFigureOut">
              <a:rPr lang="en-US" smtClean="0"/>
              <a:t>3/25/2025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D889E0-CAB2-4699-909D-B9A88D47ACBE}" type="slidenum">
              <a:rPr lang="en-US" smtClean="0"/>
              <a:t>‹#›</a:t>
            </a:fld>
            <a:endParaRPr lang="en-US"/>
          </a:p>
        </p:txBody>
      </p:sp>
      <p:sp>
        <p:nvSpPr>
          <p:cNvPr id="12" name="Rectangle 11"/>
          <p:cNvSpPr/>
          <p:nvPr/>
        </p:nvSpPr>
        <p:spPr>
          <a:xfrm>
            <a:off x="284163" y="4267200"/>
            <a:ext cx="2743200" cy="2120153"/>
          </a:xfrm>
          <a:prstGeom prst="rect">
            <a:avLst/>
          </a:prstGeom>
          <a:solidFill>
            <a:schemeClr val="tx1">
              <a:lumMod val="85000"/>
              <a:lumOff val="15000"/>
              <a:alpha val="85000"/>
            </a:schemeClr>
          </a:solidFill>
        </p:spPr>
        <p:txBody>
          <a:bodyPr vert="horz" lIns="91440" tIns="45720" rIns="182880" bIns="365760" rtlCol="0" anchor="b" anchorCtr="0">
            <a:normAutofit/>
          </a:bodyPr>
          <a:lstStyle/>
          <a:p>
            <a:pPr algn="l" defTabSz="914400" rtl="0" eaLnBrk="1" latinLnBrk="0" hangingPunct="1">
              <a:spcBef>
                <a:spcPct val="0"/>
              </a:spcBef>
              <a:buNone/>
            </a:pPr>
            <a:endParaRPr sz="4200" kern="1200">
              <a:solidFill>
                <a:schemeClr val="bg1"/>
              </a:solidFill>
              <a:latin typeface="+mj-lt"/>
              <a:ea typeface="+mj-ea"/>
              <a:cs typeface="+mj-cs"/>
            </a:endParaRP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19101" y="4953001"/>
            <a:ext cx="2472017" cy="1246094"/>
          </a:xfrm>
        </p:spPr>
        <p:txBody>
          <a:bodyPr>
            <a:normAutofit/>
          </a:bodyPr>
          <a:lstStyle>
            <a:lvl1pPr marL="0" indent="0" algn="l">
              <a:spcBef>
                <a:spcPts val="0"/>
              </a:spcBef>
              <a:buNone/>
              <a:defRPr sz="1400">
                <a:solidFill>
                  <a:schemeClr val="bg1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i-FI"/>
              <a:t>Click to edit Master text styles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10764" y="4419600"/>
            <a:ext cx="2475395" cy="510988"/>
          </a:xfrm>
          <a:noFill/>
        </p:spPr>
        <p:txBody>
          <a:bodyPr anchor="b">
            <a:normAutofit/>
          </a:bodyPr>
          <a:lstStyle>
            <a:lvl1pPr algn="l">
              <a:defRPr sz="2000" b="1">
                <a:solidFill>
                  <a:schemeClr val="bg1"/>
                </a:solidFill>
              </a:defRPr>
            </a:lvl1pPr>
          </a:lstStyle>
          <a:p>
            <a:r>
              <a:rPr lang="fi-FI"/>
              <a:t>Click to edit Master title style</a:t>
            </a:r>
            <a:endParaRPr/>
          </a:p>
        </p:txBody>
      </p:sp>
      <p:sp>
        <p:nvSpPr>
          <p:cNvPr id="14" name="Picture Placeholder 13"/>
          <p:cNvSpPr>
            <a:spLocks noGrp="1"/>
          </p:cNvSpPr>
          <p:nvPr>
            <p:ph type="pic" sz="quarter" idx="13"/>
          </p:nvPr>
        </p:nvSpPr>
        <p:spPr>
          <a:xfrm>
            <a:off x="284164" y="594360"/>
            <a:ext cx="2743200" cy="3675888"/>
          </a:xfrm>
        </p:spPr>
        <p:txBody>
          <a:bodyPr/>
          <a:lstStyle>
            <a:lvl1pPr>
              <a:buNone/>
              <a:defRPr/>
            </a:lvl1pPr>
          </a:lstStyle>
          <a:p>
            <a:r>
              <a:rPr lang="fi-FI"/>
              <a:t>Drag picture to placeholder or click icon to add</a:t>
            </a:r>
            <a:endParaRPr/>
          </a:p>
        </p:txBody>
      </p:sp>
      <p:grpSp>
        <p:nvGrpSpPr>
          <p:cNvPr id="8" name="Group 14"/>
          <p:cNvGrpSpPr/>
          <p:nvPr/>
        </p:nvGrpSpPr>
        <p:grpSpPr>
          <a:xfrm>
            <a:off x="284163" y="461682"/>
            <a:ext cx="8576373" cy="137411"/>
            <a:chOff x="284163" y="1759424"/>
            <a:chExt cx="8576373" cy="137411"/>
          </a:xfrm>
        </p:grpSpPr>
        <p:sp>
          <p:nvSpPr>
            <p:cNvPr id="16" name="Rectangle 15"/>
            <p:cNvSpPr/>
            <p:nvPr/>
          </p:nvSpPr>
          <p:spPr>
            <a:xfrm>
              <a:off x="284163" y="1759424"/>
              <a:ext cx="2743200" cy="137411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7" name="Rectangle 16"/>
            <p:cNvSpPr/>
            <p:nvPr/>
          </p:nvSpPr>
          <p:spPr>
            <a:xfrm>
              <a:off x="3026392" y="1759424"/>
              <a:ext cx="1600200" cy="137411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8" name="Rectangle 17"/>
            <p:cNvSpPr/>
            <p:nvPr/>
          </p:nvSpPr>
          <p:spPr>
            <a:xfrm>
              <a:off x="4626864" y="1759424"/>
              <a:ext cx="4233672" cy="137411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</p:grpSp>
    </p:spTree>
    <p:extLst>
      <p:ext uri="{BB962C8B-B14F-4D97-AF65-F5344CB8AC3E}">
        <p14:creationId xmlns:p14="http://schemas.microsoft.com/office/powerpoint/2010/main" val="4131674181"/>
      </p:ext>
    </p:extLst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3 Pictures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3021013" y="4801575"/>
            <a:ext cx="5837237" cy="1468437"/>
          </a:xfrm>
          <a:prstGeom prst="rect">
            <a:avLst/>
          </a:prstGeom>
          <a:solidFill>
            <a:schemeClr val="tx1">
              <a:lumMod val="85000"/>
              <a:lumOff val="15000"/>
              <a:alpha val="85000"/>
            </a:schemeClr>
          </a:solidFill>
        </p:spPr>
        <p:txBody>
          <a:bodyPr vert="horz" lIns="91440" tIns="45720" rIns="182880" bIns="365760" rtlCol="0" anchor="b" anchorCtr="0">
            <a:normAutofit/>
          </a:bodyPr>
          <a:lstStyle/>
          <a:p>
            <a:pPr algn="l" defTabSz="914400" rtl="0" eaLnBrk="1" latinLnBrk="0" hangingPunct="1">
              <a:spcBef>
                <a:spcPct val="0"/>
              </a:spcBef>
              <a:buNone/>
            </a:pPr>
            <a:endParaRPr sz="4200" kern="1200">
              <a:solidFill>
                <a:schemeClr val="bg1"/>
              </a:solidFill>
              <a:latin typeface="+mj-lt"/>
              <a:ea typeface="+mj-ea"/>
              <a:cs typeface="+mj-cs"/>
            </a:endParaRPr>
          </a:p>
        </p:txBody>
      </p:sp>
      <p:grpSp>
        <p:nvGrpSpPr>
          <p:cNvPr id="9" name="Group 8"/>
          <p:cNvGrpSpPr/>
          <p:nvPr/>
        </p:nvGrpSpPr>
        <p:grpSpPr>
          <a:xfrm>
            <a:off x="284163" y="6263389"/>
            <a:ext cx="8576373" cy="137411"/>
            <a:chOff x="284163" y="1759424"/>
            <a:chExt cx="8576373" cy="137411"/>
          </a:xfrm>
        </p:grpSpPr>
        <p:sp>
          <p:nvSpPr>
            <p:cNvPr id="10" name="Rectangle 9"/>
            <p:cNvSpPr/>
            <p:nvPr/>
          </p:nvSpPr>
          <p:spPr>
            <a:xfrm>
              <a:off x="284163" y="1759424"/>
              <a:ext cx="2743200" cy="137411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1" name="Rectangle 10"/>
            <p:cNvSpPr/>
            <p:nvPr/>
          </p:nvSpPr>
          <p:spPr>
            <a:xfrm>
              <a:off x="3026392" y="1759424"/>
              <a:ext cx="1600200" cy="137411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2" name="Rectangle 11"/>
            <p:cNvSpPr/>
            <p:nvPr/>
          </p:nvSpPr>
          <p:spPr>
            <a:xfrm>
              <a:off x="4626864" y="1759424"/>
              <a:ext cx="4233672" cy="137411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031661" y="4800600"/>
            <a:ext cx="5691651" cy="566738"/>
          </a:xfrm>
          <a:noFill/>
        </p:spPr>
        <p:txBody>
          <a:bodyPr vert="horz" lIns="91440" tIns="45720" rIns="91440" bIns="45720" rtlCol="0" anchor="b" anchorCtr="0">
            <a:normAutofit/>
          </a:bodyPr>
          <a:lstStyle>
            <a:lvl1pPr algn="l" defTabSz="914400" rtl="0" eaLnBrk="1" latinLnBrk="0" hangingPunct="1">
              <a:spcBef>
                <a:spcPct val="0"/>
              </a:spcBef>
              <a:buNone/>
              <a:defRPr sz="2800" b="0" i="0" kern="1200" cap="none" baseline="0">
                <a:solidFill>
                  <a:schemeClr val="bg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fi-FI"/>
              <a:t>Click to edit Master title style</a:t>
            </a:r>
            <a:endParaRPr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3021014" y="457199"/>
            <a:ext cx="5833872" cy="4352544"/>
          </a:xfrm>
        </p:spPr>
        <p:txBody>
          <a:bodyPr>
            <a:normAutofit/>
          </a:bodyPr>
          <a:lstStyle>
            <a:lvl1pPr marL="0" indent="0">
              <a:buNone/>
              <a:defRPr sz="24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fi-FI"/>
              <a:t>Drag picture to placeholder or click icon to add</a:t>
            </a:r>
            <a:endParaRPr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3069805" y="5367338"/>
            <a:ext cx="5653507" cy="804862"/>
          </a:xfrm>
        </p:spPr>
        <p:txBody>
          <a:bodyPr/>
          <a:lstStyle>
            <a:lvl1pPr marL="0" indent="0">
              <a:spcBef>
                <a:spcPts val="0"/>
              </a:spcBef>
              <a:buNone/>
              <a:defRPr sz="1400">
                <a:solidFill>
                  <a:schemeClr val="bg1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i-FI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51665B-C24A-4702-B522-6A4334602E03}" type="datetimeFigureOut">
              <a:rPr lang="en-US" smtClean="0"/>
              <a:t>3/25/2025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D889E0-CAB2-4699-909D-B9A88D47ACBE}" type="slidenum">
              <a:rPr lang="en-US" smtClean="0"/>
              <a:t>‹#›</a:t>
            </a:fld>
            <a:endParaRPr lang="en-US"/>
          </a:p>
        </p:txBody>
      </p:sp>
      <p:sp>
        <p:nvSpPr>
          <p:cNvPr id="13" name="Picture Placeholder 2"/>
          <p:cNvSpPr>
            <a:spLocks noGrp="1"/>
          </p:cNvSpPr>
          <p:nvPr>
            <p:ph type="pic" idx="13"/>
          </p:nvPr>
        </p:nvSpPr>
        <p:spPr>
          <a:xfrm>
            <a:off x="284164" y="457200"/>
            <a:ext cx="2736850" cy="2907792"/>
          </a:xfrm>
        </p:spPr>
        <p:txBody>
          <a:bodyPr>
            <a:normAutofit/>
          </a:bodyPr>
          <a:lstStyle>
            <a:lvl1pPr marL="0" indent="0">
              <a:buNone/>
              <a:defRPr sz="24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fi-FI"/>
              <a:t>Drag picture to placeholder or click icon to add</a:t>
            </a:r>
            <a:endParaRPr/>
          </a:p>
        </p:txBody>
      </p:sp>
      <p:sp>
        <p:nvSpPr>
          <p:cNvPr id="14" name="Picture Placeholder 2"/>
          <p:cNvSpPr>
            <a:spLocks noGrp="1"/>
          </p:cNvSpPr>
          <p:nvPr>
            <p:ph type="pic" idx="14"/>
          </p:nvPr>
        </p:nvSpPr>
        <p:spPr>
          <a:xfrm>
            <a:off x="284164" y="3364992"/>
            <a:ext cx="2736850" cy="2898648"/>
          </a:xfrm>
        </p:spPr>
        <p:txBody>
          <a:bodyPr>
            <a:normAutofit/>
          </a:bodyPr>
          <a:lstStyle>
            <a:lvl1pPr marL="0" indent="0">
              <a:buNone/>
              <a:defRPr sz="24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fi-FI"/>
              <a:t>Drag picture to placeholder or click icon to add</a:t>
            </a:r>
            <a:endParaRPr/>
          </a:p>
        </p:txBody>
      </p:sp>
    </p:spTree>
    <p:extLst>
      <p:ext uri="{BB962C8B-B14F-4D97-AF65-F5344CB8AC3E}">
        <p14:creationId xmlns:p14="http://schemas.microsoft.com/office/powerpoint/2010/main" val="411527605"/>
      </p:ext>
    </p:extLst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284163" y="455773"/>
            <a:ext cx="8574087" cy="1133949"/>
          </a:xfrm>
          <a:prstGeom prst="rect">
            <a:avLst/>
          </a:prstGeom>
          <a:solidFill>
            <a:schemeClr val="tx1">
              <a:lumMod val="85000"/>
              <a:lumOff val="15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grpSp>
        <p:nvGrpSpPr>
          <p:cNvPr id="8" name="Group 7"/>
          <p:cNvGrpSpPr/>
          <p:nvPr/>
        </p:nvGrpSpPr>
        <p:grpSpPr>
          <a:xfrm>
            <a:off x="284163" y="1577847"/>
            <a:ext cx="8576373" cy="137411"/>
            <a:chOff x="284163" y="1577847"/>
            <a:chExt cx="8576373" cy="137411"/>
          </a:xfrm>
        </p:grpSpPr>
        <p:sp>
          <p:nvSpPr>
            <p:cNvPr id="9" name="Rectangle 8"/>
            <p:cNvSpPr/>
            <p:nvPr/>
          </p:nvSpPr>
          <p:spPr>
            <a:xfrm>
              <a:off x="284163" y="1577847"/>
              <a:ext cx="1600200" cy="137411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0" name="Rectangle 9"/>
            <p:cNvSpPr/>
            <p:nvPr/>
          </p:nvSpPr>
          <p:spPr>
            <a:xfrm>
              <a:off x="1885174" y="1577847"/>
              <a:ext cx="2743200" cy="137411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1" name="Rectangle 10"/>
            <p:cNvSpPr/>
            <p:nvPr/>
          </p:nvSpPr>
          <p:spPr>
            <a:xfrm>
              <a:off x="4626864" y="1577847"/>
              <a:ext cx="4233672" cy="137411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i-FI"/>
              <a:t>Click to edit Master title style</a:t>
            </a:r>
            <a:endParaRPr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284163" y="2133600"/>
            <a:ext cx="8574087" cy="4013200"/>
          </a:xfrm>
        </p:spPr>
        <p:txBody>
          <a:bodyPr vert="eaVert"/>
          <a:lstStyle>
            <a:lvl5pPr>
              <a:defRPr/>
            </a:lvl5pPr>
          </a:lstStyle>
          <a:p>
            <a:pPr lvl="0"/>
            <a:r>
              <a:rPr lang="fi-FI"/>
              <a:t>Click to edit Master text styles</a:t>
            </a:r>
          </a:p>
          <a:p>
            <a:pPr lvl="1"/>
            <a:r>
              <a:rPr lang="fi-FI"/>
              <a:t>Second level</a:t>
            </a:r>
          </a:p>
          <a:p>
            <a:pPr lvl="2"/>
            <a:r>
              <a:rPr lang="fi-FI"/>
              <a:t>Third level</a:t>
            </a:r>
          </a:p>
          <a:p>
            <a:pPr lvl="3"/>
            <a:r>
              <a:rPr lang="fi-FI"/>
              <a:t>Fourth level</a:t>
            </a:r>
          </a:p>
          <a:p>
            <a:pPr lvl="4"/>
            <a:r>
              <a:rPr lang="fi-FI"/>
              <a:t>Fifth level</a:t>
            </a:r>
            <a:endParaRPr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51665B-C24A-4702-B522-6A4334602E03}" type="datetimeFigureOut">
              <a:rPr lang="en-US" smtClean="0"/>
              <a:t>3/25/2025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D889E0-CAB2-4699-909D-B9A88D47ACB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32826151"/>
      </p:ext>
    </p:extLst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 rot="5400000">
            <a:off x="5313882" y="2857535"/>
            <a:ext cx="5934615" cy="1133949"/>
          </a:xfrm>
          <a:prstGeom prst="rect">
            <a:avLst/>
          </a:prstGeom>
          <a:solidFill>
            <a:schemeClr val="tx1">
              <a:lumMod val="85000"/>
              <a:lumOff val="15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7695124" y="473075"/>
            <a:ext cx="969264" cy="5921375"/>
          </a:xfrm>
        </p:spPr>
        <p:txBody>
          <a:bodyPr vert="eaVert"/>
          <a:lstStyle>
            <a:lvl1pPr algn="l">
              <a:defRPr sz="3400"/>
            </a:lvl1pPr>
          </a:lstStyle>
          <a:p>
            <a:r>
              <a:rPr lang="fi-FI"/>
              <a:t>Click to edit Master title style</a:t>
            </a:r>
            <a:endParaRPr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284163" y="457200"/>
            <a:ext cx="6497637" cy="5937250"/>
          </a:xfrm>
        </p:spPr>
        <p:txBody>
          <a:bodyPr vert="eaVert"/>
          <a:lstStyle>
            <a:lvl5pPr algn="l">
              <a:defRPr/>
            </a:lvl5pPr>
          </a:lstStyle>
          <a:p>
            <a:pPr lvl="0"/>
            <a:r>
              <a:rPr lang="fi-FI"/>
              <a:t>Click to edit Master text styles</a:t>
            </a:r>
          </a:p>
          <a:p>
            <a:pPr lvl="1"/>
            <a:r>
              <a:rPr lang="fi-FI"/>
              <a:t>Second level</a:t>
            </a:r>
          </a:p>
          <a:p>
            <a:pPr lvl="2"/>
            <a:r>
              <a:rPr lang="fi-FI"/>
              <a:t>Third level</a:t>
            </a:r>
          </a:p>
          <a:p>
            <a:pPr lvl="3"/>
            <a:r>
              <a:rPr lang="fi-FI"/>
              <a:t>Fourth level</a:t>
            </a:r>
          </a:p>
          <a:p>
            <a:pPr lvl="4"/>
            <a:r>
              <a:rPr lang="fi-FI"/>
              <a:t>Fifth level</a:t>
            </a:r>
            <a:endParaRPr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51665B-C24A-4702-B522-6A4334602E03}" type="datetimeFigureOut">
              <a:rPr lang="en-US" smtClean="0"/>
              <a:t>3/25/2025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D889E0-CAB2-4699-909D-B9A88D47ACBE}" type="slidenum">
              <a:rPr lang="en-US" smtClean="0"/>
              <a:t>‹#›</a:t>
            </a:fld>
            <a:endParaRPr lang="en-US"/>
          </a:p>
        </p:txBody>
      </p:sp>
      <p:grpSp>
        <p:nvGrpSpPr>
          <p:cNvPr id="8" name="Group 7"/>
          <p:cNvGrpSpPr/>
          <p:nvPr/>
        </p:nvGrpSpPr>
        <p:grpSpPr>
          <a:xfrm rot="5400000">
            <a:off x="4658724" y="3355723"/>
            <a:ext cx="5934456" cy="137411"/>
            <a:chOff x="284163" y="1577847"/>
            <a:chExt cx="8576373" cy="137411"/>
          </a:xfrm>
        </p:grpSpPr>
        <p:sp>
          <p:nvSpPr>
            <p:cNvPr id="9" name="Rectangle 8"/>
            <p:cNvSpPr/>
            <p:nvPr/>
          </p:nvSpPr>
          <p:spPr>
            <a:xfrm>
              <a:off x="284163" y="1577847"/>
              <a:ext cx="1600200" cy="137411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0" name="Rectangle 9"/>
            <p:cNvSpPr/>
            <p:nvPr/>
          </p:nvSpPr>
          <p:spPr>
            <a:xfrm>
              <a:off x="1885174" y="1577847"/>
              <a:ext cx="2743200" cy="137411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1" name="Rectangle 10"/>
            <p:cNvSpPr/>
            <p:nvPr/>
          </p:nvSpPr>
          <p:spPr>
            <a:xfrm>
              <a:off x="4626864" y="1577847"/>
              <a:ext cx="4233672" cy="137411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</p:grpSp>
    </p:spTree>
    <p:extLst>
      <p:ext uri="{BB962C8B-B14F-4D97-AF65-F5344CB8AC3E}">
        <p14:creationId xmlns:p14="http://schemas.microsoft.com/office/powerpoint/2010/main" val="331980468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24.xml"/><Relationship Id="rId13" Type="http://schemas.openxmlformats.org/officeDocument/2006/relationships/slideLayout" Target="../slideLayouts/slideLayout29.xml"/><Relationship Id="rId3" Type="http://schemas.openxmlformats.org/officeDocument/2006/relationships/slideLayout" Target="../slideLayouts/slideLayout19.xml"/><Relationship Id="rId7" Type="http://schemas.openxmlformats.org/officeDocument/2006/relationships/slideLayout" Target="../slideLayouts/slideLayout23.xml"/><Relationship Id="rId12" Type="http://schemas.openxmlformats.org/officeDocument/2006/relationships/slideLayout" Target="../slideLayouts/slideLayout28.xml"/><Relationship Id="rId17" Type="http://schemas.openxmlformats.org/officeDocument/2006/relationships/theme" Target="../theme/theme2.xml"/><Relationship Id="rId2" Type="http://schemas.openxmlformats.org/officeDocument/2006/relationships/slideLayout" Target="../slideLayouts/slideLayout18.xml"/><Relationship Id="rId16" Type="http://schemas.openxmlformats.org/officeDocument/2006/relationships/slideLayout" Target="../slideLayouts/slideLayout32.xml"/><Relationship Id="rId1" Type="http://schemas.openxmlformats.org/officeDocument/2006/relationships/slideLayout" Target="../slideLayouts/slideLayout17.xml"/><Relationship Id="rId6" Type="http://schemas.openxmlformats.org/officeDocument/2006/relationships/slideLayout" Target="../slideLayouts/slideLayout22.xml"/><Relationship Id="rId11" Type="http://schemas.openxmlformats.org/officeDocument/2006/relationships/slideLayout" Target="../slideLayouts/slideLayout27.xml"/><Relationship Id="rId5" Type="http://schemas.openxmlformats.org/officeDocument/2006/relationships/slideLayout" Target="../slideLayouts/slideLayout21.xml"/><Relationship Id="rId15" Type="http://schemas.openxmlformats.org/officeDocument/2006/relationships/slideLayout" Target="../slideLayouts/slideLayout31.xml"/><Relationship Id="rId10" Type="http://schemas.openxmlformats.org/officeDocument/2006/relationships/slideLayout" Target="../slideLayouts/slideLayout26.xml"/><Relationship Id="rId4" Type="http://schemas.openxmlformats.org/officeDocument/2006/relationships/slideLayout" Target="../slideLayouts/slideLayout20.xml"/><Relationship Id="rId9" Type="http://schemas.openxmlformats.org/officeDocument/2006/relationships/slideLayout" Target="../slideLayouts/slideLayout25.xml"/><Relationship Id="rId14" Type="http://schemas.openxmlformats.org/officeDocument/2006/relationships/slideLayout" Target="../slideLayouts/slideLayout30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781503" y="2133600"/>
            <a:ext cx="7076747" cy="39925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fi-FI"/>
              <a:t>Click to edit Master text styles</a:t>
            </a:r>
          </a:p>
          <a:p>
            <a:pPr lvl="1"/>
            <a:r>
              <a:rPr lang="fi-FI"/>
              <a:t>Second level</a:t>
            </a:r>
          </a:p>
          <a:p>
            <a:pPr lvl="2"/>
            <a:r>
              <a:rPr lang="fi-FI"/>
              <a:t>Third level</a:t>
            </a:r>
          </a:p>
          <a:p>
            <a:pPr lvl="3"/>
            <a:r>
              <a:rPr lang="fi-FI"/>
              <a:t>Fourth level</a:t>
            </a:r>
          </a:p>
          <a:p>
            <a:pPr lvl="4"/>
            <a:r>
              <a:rPr lang="fi-FI"/>
              <a:t>Fifth level</a:t>
            </a:r>
            <a:endParaRPr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794936" y="6437032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100" b="1">
                <a:solidFill>
                  <a:schemeClr val="bg1">
                    <a:lumMod val="65000"/>
                  </a:schemeClr>
                </a:solidFill>
              </a:defRPr>
            </a:lvl1pPr>
          </a:lstStyle>
          <a:p>
            <a:fld id="{4251665B-C24A-4702-B522-6A4334602E03}" type="datetimeFigureOut">
              <a:rPr lang="en-US" smtClean="0"/>
              <a:t>3/25/2025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99698" y="6437032"/>
            <a:ext cx="612490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100" b="1">
                <a:solidFill>
                  <a:schemeClr val="bg1">
                    <a:lumMod val="6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306459" y="167347"/>
            <a:ext cx="630621" cy="35976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400" b="1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fld id="{5FD889E0-CAB2-4699-909D-B9A88D47ACBE}" type="slidenum">
              <a:rPr lang="en-US" smtClean="0"/>
              <a:t>‹#›</a:t>
            </a:fld>
            <a:endParaRPr lang="en-US"/>
          </a:p>
        </p:txBody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284163" y="630382"/>
            <a:ext cx="8574087" cy="967840"/>
          </a:xfrm>
          <a:prstGeom prst="rect">
            <a:avLst/>
          </a:prstGeom>
          <a:solidFill>
            <a:schemeClr val="tx1">
              <a:lumMod val="85000"/>
              <a:lumOff val="15000"/>
              <a:alpha val="70000"/>
            </a:schemeClr>
          </a:solidFill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fi-FI"/>
              <a:t>Click to edit Master title style</a:t>
            </a:r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  <p:sldLayoutId id="2147483674" r:id="rId14"/>
    <p:sldLayoutId id="2147483675" r:id="rId15"/>
    <p:sldLayoutId id="2147483676" r:id="rId16"/>
  </p:sldLayoutIdLst>
  <p:txStyles>
    <p:titleStyle>
      <a:lvl1pPr algn="r" defTabSz="914400" rtl="0" eaLnBrk="1" latinLnBrk="0" hangingPunct="1">
        <a:spcBef>
          <a:spcPct val="0"/>
        </a:spcBef>
        <a:buNone/>
        <a:defRPr sz="4200" kern="1200">
          <a:solidFill>
            <a:schemeClr val="bg1"/>
          </a:solidFill>
          <a:latin typeface="+mj-lt"/>
          <a:ea typeface="+mj-ea"/>
          <a:cs typeface="+mj-cs"/>
        </a:defRPr>
      </a:lvl1pPr>
    </p:titleStyle>
    <p:bodyStyle>
      <a:lvl1pPr marL="454025" indent="-454025" algn="l" defTabSz="914400" rtl="0" eaLnBrk="1" latinLnBrk="0" hangingPunct="1">
        <a:spcBef>
          <a:spcPts val="2000"/>
        </a:spcBef>
        <a:buClr>
          <a:schemeClr val="bg1">
            <a:lumMod val="65000"/>
          </a:schemeClr>
        </a:buClr>
        <a:buSzPct val="90000"/>
        <a:buFont typeface="Wingdings" pitchFamily="2" charset="2"/>
        <a:buChar char=""/>
        <a:defRPr sz="24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1pPr>
      <a:lvl2pPr marL="914400" indent="-457200" algn="l" defTabSz="914400" rtl="0" eaLnBrk="1" latinLnBrk="0" hangingPunct="1">
        <a:spcBef>
          <a:spcPts val="600"/>
        </a:spcBef>
        <a:buClr>
          <a:schemeClr val="tx1">
            <a:lumMod val="75000"/>
            <a:lumOff val="25000"/>
          </a:schemeClr>
        </a:buClr>
        <a:buSzPct val="90000"/>
        <a:buFont typeface="Wingdings" pitchFamily="2" charset="2"/>
        <a:buChar char=""/>
        <a:defRPr sz="22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2pPr>
      <a:lvl3pPr marL="1260475" indent="-346075" algn="l" defTabSz="914400" rtl="0" eaLnBrk="1" latinLnBrk="0" hangingPunct="1">
        <a:spcBef>
          <a:spcPts val="600"/>
        </a:spcBef>
        <a:buClr>
          <a:schemeClr val="bg1">
            <a:lumMod val="65000"/>
          </a:schemeClr>
        </a:buClr>
        <a:buSzPct val="90000"/>
        <a:buFont typeface="Wingdings" pitchFamily="2" charset="2"/>
        <a:buChar char=""/>
        <a:defRPr sz="20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3pPr>
      <a:lvl4pPr marL="1600200" indent="-339725" algn="l" defTabSz="914400" rtl="0" eaLnBrk="1" latinLnBrk="0" hangingPunct="1">
        <a:spcBef>
          <a:spcPts val="600"/>
        </a:spcBef>
        <a:buClr>
          <a:schemeClr val="tx1">
            <a:lumMod val="75000"/>
            <a:lumOff val="25000"/>
          </a:schemeClr>
        </a:buClr>
        <a:buSzPct val="90000"/>
        <a:buFont typeface="Wingdings" pitchFamily="2" charset="2"/>
        <a:buChar char=""/>
        <a:defRPr sz="18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4pPr>
      <a:lvl5pPr marL="1939925" indent="-331788" algn="l" defTabSz="914400" rtl="0" eaLnBrk="1" latinLnBrk="0" hangingPunct="1">
        <a:spcBef>
          <a:spcPts val="600"/>
        </a:spcBef>
        <a:buClr>
          <a:schemeClr val="bg1">
            <a:lumMod val="65000"/>
          </a:schemeClr>
        </a:buClr>
        <a:buSzPct val="90000"/>
        <a:buFont typeface="Wingdings" pitchFamily="2" charset="2"/>
        <a:buChar char=""/>
        <a:defRPr sz="18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5pPr>
      <a:lvl6pPr marL="2290763" indent="-344488" algn="l" defTabSz="914400" rtl="0" eaLnBrk="1" latinLnBrk="0" hangingPunct="1">
        <a:spcBef>
          <a:spcPts val="600"/>
        </a:spcBef>
        <a:buClr>
          <a:schemeClr val="tx1">
            <a:lumMod val="75000"/>
            <a:lumOff val="25000"/>
          </a:schemeClr>
        </a:buClr>
        <a:buSzPct val="90000"/>
        <a:buFont typeface="Wingdings" pitchFamily="2" charset="2"/>
        <a:buChar char=""/>
        <a:defRPr lang="en-US" sz="1800" kern="1200" dirty="0" smtClean="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6pPr>
      <a:lvl7pPr marL="2625725" indent="-344488" algn="l" defTabSz="914400" rtl="0" eaLnBrk="1" latinLnBrk="0" hangingPunct="1">
        <a:spcBef>
          <a:spcPts val="600"/>
        </a:spcBef>
        <a:buClr>
          <a:schemeClr val="bg1">
            <a:lumMod val="65000"/>
          </a:schemeClr>
        </a:buClr>
        <a:buSzPct val="90000"/>
        <a:buFont typeface="Wingdings" pitchFamily="2" charset="2"/>
        <a:buChar char=""/>
        <a:defRPr lang="en-US" sz="1800" kern="1200" dirty="0" smtClean="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7pPr>
      <a:lvl8pPr marL="2970213" indent="-344488" algn="l" defTabSz="914400" rtl="0" eaLnBrk="1" latinLnBrk="0" hangingPunct="1">
        <a:spcBef>
          <a:spcPts val="600"/>
        </a:spcBef>
        <a:buClr>
          <a:schemeClr val="tx1">
            <a:lumMod val="75000"/>
            <a:lumOff val="25000"/>
          </a:schemeClr>
        </a:buClr>
        <a:buSzPct val="90000"/>
        <a:buFont typeface="Wingdings" pitchFamily="2" charset="2"/>
        <a:buChar char=""/>
        <a:defRPr lang="en-US" sz="1800" kern="1200" dirty="0" smtClean="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8pPr>
      <a:lvl9pPr marL="3313113" indent="-344488" algn="l" defTabSz="914400" rtl="0" eaLnBrk="1" latinLnBrk="0" hangingPunct="1">
        <a:spcBef>
          <a:spcPts val="600"/>
        </a:spcBef>
        <a:buClr>
          <a:schemeClr val="bg1">
            <a:lumMod val="65000"/>
          </a:schemeClr>
        </a:buClr>
        <a:buSzPct val="90000"/>
        <a:buFont typeface="Wingdings" pitchFamily="2" charset="2"/>
        <a:buChar char=""/>
        <a:defRPr lang="en-US" sz="1800" kern="1200" dirty="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781503" y="2133600"/>
            <a:ext cx="7076747" cy="39925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fi-FI"/>
              <a:t>Click to edit Master text styles</a:t>
            </a:r>
          </a:p>
          <a:p>
            <a:pPr lvl="1"/>
            <a:r>
              <a:rPr lang="fi-FI"/>
              <a:t>Second level</a:t>
            </a:r>
          </a:p>
          <a:p>
            <a:pPr lvl="2"/>
            <a:r>
              <a:rPr lang="fi-FI"/>
              <a:t>Third level</a:t>
            </a:r>
          </a:p>
          <a:p>
            <a:pPr lvl="3"/>
            <a:r>
              <a:rPr lang="fi-FI"/>
              <a:t>Fourth level</a:t>
            </a:r>
          </a:p>
          <a:p>
            <a:pPr lvl="4"/>
            <a:r>
              <a:rPr lang="fi-FI"/>
              <a:t>Fifth level</a:t>
            </a:r>
            <a:endParaRPr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794936" y="6437032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100" b="1">
                <a:solidFill>
                  <a:schemeClr val="bg1">
                    <a:lumMod val="65000"/>
                  </a:schemeClr>
                </a:solidFill>
              </a:defRPr>
            </a:lvl1pPr>
          </a:lstStyle>
          <a:p>
            <a:fld id="{4251665B-C24A-4702-B522-6A4334602E03}" type="datetimeFigureOut">
              <a:rPr lang="en-US" smtClean="0"/>
              <a:t>3/25/2025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99698" y="6437032"/>
            <a:ext cx="612490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100" b="1">
                <a:solidFill>
                  <a:schemeClr val="bg1">
                    <a:lumMod val="6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306459" y="167347"/>
            <a:ext cx="630621" cy="35976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400" b="1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fld id="{5FD889E0-CAB2-4699-909D-B9A88D47ACBE}" type="slidenum">
              <a:rPr lang="en-US" smtClean="0"/>
              <a:t>‹#›</a:t>
            </a:fld>
            <a:endParaRPr lang="en-US"/>
          </a:p>
        </p:txBody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284163" y="630382"/>
            <a:ext cx="8574087" cy="967840"/>
          </a:xfrm>
          <a:prstGeom prst="rect">
            <a:avLst/>
          </a:prstGeom>
          <a:solidFill>
            <a:schemeClr val="tx1">
              <a:lumMod val="85000"/>
              <a:lumOff val="15000"/>
              <a:alpha val="70000"/>
            </a:schemeClr>
          </a:solidFill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fi-FI"/>
              <a:t>Click to edit Master title style</a:t>
            </a:r>
            <a:endParaRPr/>
          </a:p>
        </p:txBody>
      </p:sp>
    </p:spTree>
    <p:extLst>
      <p:ext uri="{BB962C8B-B14F-4D97-AF65-F5344CB8AC3E}">
        <p14:creationId xmlns:p14="http://schemas.microsoft.com/office/powerpoint/2010/main" val="396155874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8" r:id="rId1"/>
    <p:sldLayoutId id="2147483679" r:id="rId2"/>
    <p:sldLayoutId id="2147483680" r:id="rId3"/>
    <p:sldLayoutId id="2147483681" r:id="rId4"/>
    <p:sldLayoutId id="2147483682" r:id="rId5"/>
    <p:sldLayoutId id="2147483683" r:id="rId6"/>
    <p:sldLayoutId id="2147483684" r:id="rId7"/>
    <p:sldLayoutId id="2147483685" r:id="rId8"/>
    <p:sldLayoutId id="2147483686" r:id="rId9"/>
    <p:sldLayoutId id="2147483687" r:id="rId10"/>
    <p:sldLayoutId id="2147483688" r:id="rId11"/>
    <p:sldLayoutId id="2147483689" r:id="rId12"/>
    <p:sldLayoutId id="2147483690" r:id="rId13"/>
    <p:sldLayoutId id="2147483691" r:id="rId14"/>
    <p:sldLayoutId id="2147483692" r:id="rId15"/>
    <p:sldLayoutId id="2147483693" r:id="rId16"/>
  </p:sldLayoutIdLst>
  <p:txStyles>
    <p:titleStyle>
      <a:lvl1pPr algn="r" defTabSz="914400" rtl="0" eaLnBrk="1" latinLnBrk="0" hangingPunct="1">
        <a:spcBef>
          <a:spcPct val="0"/>
        </a:spcBef>
        <a:buNone/>
        <a:defRPr sz="4200" kern="1200">
          <a:solidFill>
            <a:schemeClr val="bg1"/>
          </a:solidFill>
          <a:latin typeface="+mj-lt"/>
          <a:ea typeface="+mj-ea"/>
          <a:cs typeface="+mj-cs"/>
        </a:defRPr>
      </a:lvl1pPr>
    </p:titleStyle>
    <p:bodyStyle>
      <a:lvl1pPr marL="454025" indent="-454025" algn="l" defTabSz="914400" rtl="0" eaLnBrk="1" latinLnBrk="0" hangingPunct="1">
        <a:spcBef>
          <a:spcPts val="2000"/>
        </a:spcBef>
        <a:buClr>
          <a:schemeClr val="bg1">
            <a:lumMod val="65000"/>
          </a:schemeClr>
        </a:buClr>
        <a:buSzPct val="90000"/>
        <a:buFont typeface="Wingdings" pitchFamily="2" charset="2"/>
        <a:buChar char=""/>
        <a:defRPr sz="24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1pPr>
      <a:lvl2pPr marL="914400" indent="-457200" algn="l" defTabSz="914400" rtl="0" eaLnBrk="1" latinLnBrk="0" hangingPunct="1">
        <a:spcBef>
          <a:spcPts val="600"/>
        </a:spcBef>
        <a:buClr>
          <a:schemeClr val="tx1">
            <a:lumMod val="75000"/>
            <a:lumOff val="25000"/>
          </a:schemeClr>
        </a:buClr>
        <a:buSzPct val="90000"/>
        <a:buFont typeface="Wingdings" pitchFamily="2" charset="2"/>
        <a:buChar char=""/>
        <a:defRPr sz="22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2pPr>
      <a:lvl3pPr marL="1260475" indent="-346075" algn="l" defTabSz="914400" rtl="0" eaLnBrk="1" latinLnBrk="0" hangingPunct="1">
        <a:spcBef>
          <a:spcPts val="600"/>
        </a:spcBef>
        <a:buClr>
          <a:schemeClr val="bg1">
            <a:lumMod val="65000"/>
          </a:schemeClr>
        </a:buClr>
        <a:buSzPct val="90000"/>
        <a:buFont typeface="Wingdings" pitchFamily="2" charset="2"/>
        <a:buChar char=""/>
        <a:defRPr sz="20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3pPr>
      <a:lvl4pPr marL="1600200" indent="-339725" algn="l" defTabSz="914400" rtl="0" eaLnBrk="1" latinLnBrk="0" hangingPunct="1">
        <a:spcBef>
          <a:spcPts val="600"/>
        </a:spcBef>
        <a:buClr>
          <a:schemeClr val="tx1">
            <a:lumMod val="75000"/>
            <a:lumOff val="25000"/>
          </a:schemeClr>
        </a:buClr>
        <a:buSzPct val="90000"/>
        <a:buFont typeface="Wingdings" pitchFamily="2" charset="2"/>
        <a:buChar char=""/>
        <a:defRPr sz="18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4pPr>
      <a:lvl5pPr marL="1939925" indent="-331788" algn="l" defTabSz="914400" rtl="0" eaLnBrk="1" latinLnBrk="0" hangingPunct="1">
        <a:spcBef>
          <a:spcPts val="600"/>
        </a:spcBef>
        <a:buClr>
          <a:schemeClr val="bg1">
            <a:lumMod val="65000"/>
          </a:schemeClr>
        </a:buClr>
        <a:buSzPct val="90000"/>
        <a:buFont typeface="Wingdings" pitchFamily="2" charset="2"/>
        <a:buChar char=""/>
        <a:defRPr sz="18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5pPr>
      <a:lvl6pPr marL="2290763" indent="-344488" algn="l" defTabSz="914400" rtl="0" eaLnBrk="1" latinLnBrk="0" hangingPunct="1">
        <a:spcBef>
          <a:spcPts val="600"/>
        </a:spcBef>
        <a:buClr>
          <a:schemeClr val="tx1">
            <a:lumMod val="75000"/>
            <a:lumOff val="25000"/>
          </a:schemeClr>
        </a:buClr>
        <a:buSzPct val="90000"/>
        <a:buFont typeface="Wingdings" pitchFamily="2" charset="2"/>
        <a:buChar char=""/>
        <a:defRPr lang="en-US" sz="1800" kern="1200" dirty="0" smtClean="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6pPr>
      <a:lvl7pPr marL="2625725" indent="-344488" algn="l" defTabSz="914400" rtl="0" eaLnBrk="1" latinLnBrk="0" hangingPunct="1">
        <a:spcBef>
          <a:spcPts val="600"/>
        </a:spcBef>
        <a:buClr>
          <a:schemeClr val="bg1">
            <a:lumMod val="65000"/>
          </a:schemeClr>
        </a:buClr>
        <a:buSzPct val="90000"/>
        <a:buFont typeface="Wingdings" pitchFamily="2" charset="2"/>
        <a:buChar char=""/>
        <a:defRPr lang="en-US" sz="1800" kern="1200" dirty="0" smtClean="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7pPr>
      <a:lvl8pPr marL="2970213" indent="-344488" algn="l" defTabSz="914400" rtl="0" eaLnBrk="1" latinLnBrk="0" hangingPunct="1">
        <a:spcBef>
          <a:spcPts val="600"/>
        </a:spcBef>
        <a:buClr>
          <a:schemeClr val="tx1">
            <a:lumMod val="75000"/>
            <a:lumOff val="25000"/>
          </a:schemeClr>
        </a:buClr>
        <a:buSzPct val="90000"/>
        <a:buFont typeface="Wingdings" pitchFamily="2" charset="2"/>
        <a:buChar char=""/>
        <a:defRPr lang="en-US" sz="1800" kern="1200" dirty="0" smtClean="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8pPr>
      <a:lvl9pPr marL="3313113" indent="-344488" algn="l" defTabSz="914400" rtl="0" eaLnBrk="1" latinLnBrk="0" hangingPunct="1">
        <a:spcBef>
          <a:spcPts val="600"/>
        </a:spcBef>
        <a:buClr>
          <a:schemeClr val="bg1">
            <a:lumMod val="65000"/>
          </a:schemeClr>
        </a:buClr>
        <a:buSzPct val="90000"/>
        <a:buFont typeface="Wingdings" pitchFamily="2" charset="2"/>
        <a:buChar char=""/>
        <a:defRPr lang="en-US" sz="1800" kern="1200" dirty="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emf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9.xml"/><Relationship Id="rId4" Type="http://schemas.openxmlformats.org/officeDocument/2006/relationships/image" Target="../media/image2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emf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9.xml"/><Relationship Id="rId4" Type="http://schemas.openxmlformats.org/officeDocument/2006/relationships/image" Target="../media/image2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emf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9.xml"/><Relationship Id="rId4" Type="http://schemas.openxmlformats.org/officeDocument/2006/relationships/image" Target="../media/image2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9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9.xml"/></Relationships>
</file>

<file path=ppt/slides/_rels/slide9.xml.rels><?xml version="1.0" encoding="UTF-8" standalone="yes"?>
<Relationships xmlns="http://schemas.openxmlformats.org/package/2006/relationships"><Relationship Id="rId8" Type="http://schemas.openxmlformats.org/officeDocument/2006/relationships/image" Target="../media/image2.png"/><Relationship Id="rId3" Type="http://schemas.openxmlformats.org/officeDocument/2006/relationships/diagramData" Target="../diagrams/data1.xml"/><Relationship Id="rId7" Type="http://schemas.microsoft.com/office/2007/relationships/diagramDrawing" Target="../diagrams/drawing1.xml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9.xml"/><Relationship Id="rId6" Type="http://schemas.openxmlformats.org/officeDocument/2006/relationships/diagramColors" Target="../diagrams/colors1.xml"/><Relationship Id="rId5" Type="http://schemas.openxmlformats.org/officeDocument/2006/relationships/diagramQuickStyle" Target="../diagrams/quickStyle1.xml"/><Relationship Id="rId4" Type="http://schemas.openxmlformats.org/officeDocument/2006/relationships/diagramLayout" Target="../diagrams/layout1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9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9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9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9.xml"/><Relationship Id="rId4" Type="http://schemas.openxmlformats.org/officeDocument/2006/relationships/image" Target="../media/image2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9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9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9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9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9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9.xml"/><Relationship Id="rId4" Type="http://schemas.openxmlformats.org/officeDocument/2006/relationships/image" Target="../media/image13.png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9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9.xml"/><Relationship Id="rId5" Type="http://schemas.openxmlformats.org/officeDocument/2006/relationships/image" Target="../media/image16.png"/><Relationship Id="rId4" Type="http://schemas.openxmlformats.org/officeDocument/2006/relationships/image" Target="../media/image2.png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9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9.xml"/><Relationship Id="rId5" Type="http://schemas.openxmlformats.org/officeDocument/2006/relationships/image" Target="../media/image19.png"/><Relationship Id="rId4" Type="http://schemas.openxmlformats.org/officeDocument/2006/relationships/image" Target="../media/image18.png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25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5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Inheritance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476205" y="1532427"/>
            <a:ext cx="2789509" cy="484632"/>
          </a:xfrm>
        </p:spPr>
        <p:txBody>
          <a:bodyPr/>
          <a:lstStyle/>
          <a:p>
            <a:r>
              <a:rPr lang="en-US" dirty="0"/>
              <a:t>Course Code: CSC 3115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6971" y="2446757"/>
            <a:ext cx="9024614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000" b="1" dirty="0">
                <a:solidFill>
                  <a:srgbClr val="0070C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Dept. of Computer Science</a:t>
            </a:r>
          </a:p>
          <a:p>
            <a:pPr algn="ctr"/>
            <a:r>
              <a:rPr lang="en-US" sz="2000" b="1" dirty="0">
                <a:solidFill>
                  <a:srgbClr val="0070C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Faculty of Science and Technology</a:t>
            </a:r>
            <a:endParaRPr lang="en-US" sz="2400" b="1" dirty="0">
              <a:solidFill>
                <a:srgbClr val="0070C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graphicFrame>
        <p:nvGraphicFramePr>
          <p:cNvPr id="7" name="Table 6">
            <a:extLst>
              <a:ext uri="{FF2B5EF4-FFF2-40B4-BE49-F238E27FC236}">
                <a16:creationId xmlns:a16="http://schemas.microsoft.com/office/drawing/2014/main" id="{29FF08AD-7519-4C4A-8E0D-640DF5BB5E5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720109268"/>
              </p:ext>
            </p:extLst>
          </p:nvPr>
        </p:nvGraphicFramePr>
        <p:xfrm>
          <a:off x="476205" y="5186042"/>
          <a:ext cx="8335798" cy="757472"/>
        </p:xfrm>
        <a:graphic>
          <a:graphicData uri="http://schemas.openxmlformats.org/drawingml/2006/table">
            <a:tbl>
              <a:tblPr firstRow="1" bandRow="1">
                <a:tableStyleId>{D7AC3CCA-C797-4891-BE02-D94E43425B78}</a:tableStyleId>
              </a:tblPr>
              <a:tblGrid>
                <a:gridCol w="1483224">
                  <a:extLst>
                    <a:ext uri="{9D8B030D-6E8A-4147-A177-3AD203B41FA5}">
                      <a16:colId xmlns:a16="http://schemas.microsoft.com/office/drawing/2014/main" val="3905988420"/>
                    </a:ext>
                  </a:extLst>
                </a:gridCol>
                <a:gridCol w="1397725">
                  <a:extLst>
                    <a:ext uri="{9D8B030D-6E8A-4147-A177-3AD203B41FA5}">
                      <a16:colId xmlns:a16="http://schemas.microsoft.com/office/drawing/2014/main" val="2889894460"/>
                    </a:ext>
                  </a:extLst>
                </a:gridCol>
                <a:gridCol w="1227909">
                  <a:extLst>
                    <a:ext uri="{9D8B030D-6E8A-4147-A177-3AD203B41FA5}">
                      <a16:colId xmlns:a16="http://schemas.microsoft.com/office/drawing/2014/main" val="3023211198"/>
                    </a:ext>
                  </a:extLst>
                </a:gridCol>
                <a:gridCol w="887482">
                  <a:extLst>
                    <a:ext uri="{9D8B030D-6E8A-4147-A177-3AD203B41FA5}">
                      <a16:colId xmlns:a16="http://schemas.microsoft.com/office/drawing/2014/main" val="1762131981"/>
                    </a:ext>
                  </a:extLst>
                </a:gridCol>
                <a:gridCol w="1191491">
                  <a:extLst>
                    <a:ext uri="{9D8B030D-6E8A-4147-A177-3AD203B41FA5}">
                      <a16:colId xmlns:a16="http://schemas.microsoft.com/office/drawing/2014/main" val="445458238"/>
                    </a:ext>
                  </a:extLst>
                </a:gridCol>
                <a:gridCol w="2147967">
                  <a:extLst>
                    <a:ext uri="{9D8B030D-6E8A-4147-A177-3AD203B41FA5}">
                      <a16:colId xmlns:a16="http://schemas.microsoft.com/office/drawing/2014/main" val="1508364941"/>
                    </a:ext>
                  </a:extLst>
                </a:gridCol>
              </a:tblGrid>
              <a:tr h="378736">
                <a:tc>
                  <a:txBody>
                    <a:bodyPr/>
                    <a:lstStyle/>
                    <a:p>
                      <a:r>
                        <a:rPr lang="en-US" dirty="0"/>
                        <a:t>Lecturer No: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04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Week No: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/>
                        <a:t>04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Semester: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Summer 2019-2020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197040212"/>
                  </a:ext>
                </a:extLst>
              </a:tr>
              <a:tr h="378736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8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Lecturer:</a:t>
                      </a:r>
                    </a:p>
                  </a:txBody>
                  <a:tcPr/>
                </a:tc>
                <a:tc gridSpan="5"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i="1" dirty="0"/>
                        <a:t>Victor Stany Rozario, stany@aiub.edu</a:t>
                      </a:r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FI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FI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FI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FI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091734565"/>
                  </a:ext>
                </a:extLst>
              </a:tr>
            </a:tbl>
          </a:graphicData>
        </a:graphic>
      </p:graphicFrame>
      <p:sp>
        <p:nvSpPr>
          <p:cNvPr id="8" name="Subtitle 2">
            <a:extLst>
              <a:ext uri="{FF2B5EF4-FFF2-40B4-BE49-F238E27FC236}">
                <a16:creationId xmlns:a16="http://schemas.microsoft.com/office/drawing/2014/main" id="{FF0F860A-68ED-3A45-9B2E-50E8CE1BC6B7}"/>
              </a:ext>
            </a:extLst>
          </p:cNvPr>
          <p:cNvSpPr txBox="1">
            <a:spLocks/>
          </p:cNvSpPr>
          <p:nvPr/>
        </p:nvSpPr>
        <p:spPr>
          <a:xfrm>
            <a:off x="2974769" y="1519623"/>
            <a:ext cx="4672940" cy="484632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None/>
              <a:defRPr sz="18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spcBef>
                <a:spcPts val="600"/>
              </a:spcBef>
              <a:buClr>
                <a:schemeClr val="tx1">
                  <a:lumMod val="75000"/>
                  <a:lumOff val="25000"/>
                </a:schemeClr>
              </a:buClr>
              <a:buSzPct val="90000"/>
              <a:buFont typeface="Wingdings" pitchFamily="2" charset="2"/>
              <a:buNone/>
              <a:defRPr sz="2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spcBef>
                <a:spcPts val="6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spcBef>
                <a:spcPts val="600"/>
              </a:spcBef>
              <a:buClr>
                <a:schemeClr val="tx1">
                  <a:lumMod val="75000"/>
                  <a:lumOff val="25000"/>
                </a:schemeClr>
              </a:buClr>
              <a:buSzPct val="90000"/>
              <a:buFont typeface="Wingdings" pitchFamily="2" charset="2"/>
              <a:buNone/>
              <a:defRPr sz="1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spcBef>
                <a:spcPts val="6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None/>
              <a:defRPr sz="1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spcBef>
                <a:spcPts val="600"/>
              </a:spcBef>
              <a:buClr>
                <a:schemeClr val="tx1">
                  <a:lumMod val="75000"/>
                  <a:lumOff val="25000"/>
                </a:schemeClr>
              </a:buClr>
              <a:buSzPct val="90000"/>
              <a:buFont typeface="Wingdings" pitchFamily="2" charset="2"/>
              <a:buNone/>
              <a:defRPr lang="en-US" sz="1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spcBef>
                <a:spcPts val="6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None/>
              <a:defRPr lang="en-US" sz="1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spcBef>
                <a:spcPts val="600"/>
              </a:spcBef>
              <a:buClr>
                <a:schemeClr val="tx1">
                  <a:lumMod val="75000"/>
                  <a:lumOff val="25000"/>
                </a:schemeClr>
              </a:buClr>
              <a:buSzPct val="90000"/>
              <a:buFont typeface="Wingdings" pitchFamily="2" charset="2"/>
              <a:buNone/>
              <a:defRPr lang="en-US" sz="1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spcBef>
                <a:spcPts val="6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None/>
              <a:defRPr lang="en-US" sz="1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/>
              <a:t>Course Title: Object Oriented Programming 2</a:t>
            </a:r>
          </a:p>
        </p:txBody>
      </p:sp>
    </p:spTree>
    <p:extLst>
      <p:ext uri="{BB962C8B-B14F-4D97-AF65-F5344CB8AC3E}">
        <p14:creationId xmlns:p14="http://schemas.microsoft.com/office/powerpoint/2010/main" val="64235492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Topics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486697" y="2363928"/>
            <a:ext cx="7754112" cy="3009930"/>
          </a:xfrm>
        </p:spPr>
        <p:txBody>
          <a:bodyPr>
            <a:normAutofit/>
          </a:bodyPr>
          <a:lstStyle/>
          <a:p>
            <a:pPr marL="342900" indent="-342900">
              <a:buAutoNum type="arabicPeriod"/>
            </a:pPr>
            <a:r>
              <a:rPr lang="en-US" sz="2400" dirty="0">
                <a:solidFill>
                  <a:schemeClr val="tx1"/>
                </a:solidFill>
              </a:rPr>
              <a:t>Inheritance</a:t>
            </a:r>
          </a:p>
          <a:p>
            <a:pPr marL="342900" indent="-342900">
              <a:buFont typeface="Wingdings" pitchFamily="2" charset="2"/>
              <a:buAutoNum type="arabicPeriod"/>
            </a:pPr>
            <a:r>
              <a:rPr lang="en-US" sz="2400" dirty="0">
                <a:solidFill>
                  <a:schemeClr val="tx1"/>
                </a:solidFill>
              </a:rPr>
              <a:t>HAS-A relationship </a:t>
            </a:r>
          </a:p>
          <a:p>
            <a:pPr marL="342900" indent="-342900">
              <a:buFont typeface="Wingdings" pitchFamily="2" charset="2"/>
              <a:buAutoNum type="arabicPeriod"/>
            </a:pPr>
            <a:r>
              <a:rPr lang="en-US" sz="2400" dirty="0">
                <a:solidFill>
                  <a:schemeClr val="tx1"/>
                </a:solidFill>
              </a:rPr>
              <a:t>IS-A relationship </a:t>
            </a:r>
          </a:p>
          <a:p>
            <a:pPr marL="342900" indent="-342900">
              <a:buFont typeface="Wingdings" pitchFamily="2" charset="2"/>
              <a:buAutoNum type="arabicPeriod"/>
            </a:pPr>
            <a:r>
              <a:rPr lang="en-US" sz="2400" dirty="0">
                <a:solidFill>
                  <a:schemeClr val="tx1"/>
                </a:solidFill>
              </a:rPr>
              <a:t>Single</a:t>
            </a:r>
          </a:p>
          <a:p>
            <a:pPr marL="342900" indent="-342900">
              <a:buFont typeface="Wingdings" pitchFamily="2" charset="2"/>
              <a:buAutoNum type="arabicPeriod"/>
            </a:pPr>
            <a:r>
              <a:rPr lang="en-US" sz="2400" dirty="0">
                <a:solidFill>
                  <a:schemeClr val="tx1"/>
                </a:solidFill>
              </a:rPr>
              <a:t>Multilevel</a:t>
            </a:r>
          </a:p>
          <a:p>
            <a:pPr marL="342900" indent="-342900">
              <a:buFont typeface="Wingdings" pitchFamily="2" charset="2"/>
              <a:buAutoNum type="arabicPeriod"/>
            </a:pPr>
            <a:r>
              <a:rPr lang="en-US" sz="2400" dirty="0">
                <a:solidFill>
                  <a:schemeClr val="tx1"/>
                </a:solidFill>
              </a:rPr>
              <a:t>Hierarchical Inheritance </a:t>
            </a:r>
          </a:p>
          <a:p>
            <a:pPr marL="342900" indent="-342900">
              <a:buAutoNum type="arabicPeriod"/>
            </a:pPr>
            <a:endParaRPr lang="en-US" sz="3200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2487404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Inheritance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6A35A037-9FC2-9D47-9C5B-4A717DBC5979}"/>
              </a:ext>
            </a:extLst>
          </p:cNvPr>
          <p:cNvSpPr txBox="1"/>
          <p:nvPr/>
        </p:nvSpPr>
        <p:spPr>
          <a:xfrm>
            <a:off x="670643" y="2535936"/>
            <a:ext cx="7802713" cy="30839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lnSpc>
                <a:spcPct val="90000"/>
              </a:lnSpc>
            </a:pPr>
            <a:r>
              <a:rPr lang="en-US" b="1" dirty="0"/>
              <a:t>Inheritance</a:t>
            </a:r>
            <a:r>
              <a:rPr lang="en-US" dirty="0"/>
              <a:t> is ability for </a:t>
            </a:r>
            <a:r>
              <a:rPr lang="en-US" b="1" dirty="0"/>
              <a:t>derived class</a:t>
            </a:r>
            <a:r>
              <a:rPr lang="en-US" dirty="0"/>
              <a:t> to inherit all the members of the </a:t>
            </a:r>
            <a:r>
              <a:rPr lang="en-US" b="1" dirty="0"/>
              <a:t>base class</a:t>
            </a:r>
          </a:p>
          <a:p>
            <a:pPr>
              <a:lnSpc>
                <a:spcPct val="90000"/>
              </a:lnSpc>
            </a:pPr>
            <a:r>
              <a:rPr lang="en-US" dirty="0"/>
              <a:t>Derived class also can be referred to as “child class” or “subclass”</a:t>
            </a:r>
          </a:p>
          <a:p>
            <a:pPr>
              <a:lnSpc>
                <a:spcPct val="90000"/>
              </a:lnSpc>
            </a:pPr>
            <a:r>
              <a:rPr lang="en-US" dirty="0"/>
              <a:t>Base class also can be referred to as “parent class” or “superclass”</a:t>
            </a:r>
          </a:p>
          <a:p>
            <a:pPr>
              <a:lnSpc>
                <a:spcPct val="90000"/>
              </a:lnSpc>
            </a:pPr>
            <a:r>
              <a:rPr lang="en-US" dirty="0"/>
              <a:t>Syntax to specify inheritance </a:t>
            </a:r>
          </a:p>
          <a:p>
            <a:pPr>
              <a:lnSpc>
                <a:spcPct val="90000"/>
              </a:lnSpc>
              <a:buFont typeface="Wingdings" pitchFamily="2" charset="2"/>
              <a:buNone/>
            </a:pPr>
            <a:r>
              <a:rPr lang="en-US" sz="2000" dirty="0"/>
              <a:t>			</a:t>
            </a:r>
            <a:r>
              <a:rPr lang="en-US" sz="2000" b="1" dirty="0">
                <a:solidFill>
                  <a:srgbClr val="0070C0"/>
                </a:solidFill>
              </a:rPr>
              <a:t>class</a:t>
            </a:r>
            <a:r>
              <a:rPr lang="en-US" sz="2000" dirty="0"/>
              <a:t> </a:t>
            </a:r>
            <a:r>
              <a:rPr lang="en-US" sz="2000" dirty="0" err="1"/>
              <a:t>SubClass</a:t>
            </a:r>
            <a:r>
              <a:rPr lang="en-US" sz="2000" dirty="0"/>
              <a:t> </a:t>
            </a:r>
            <a:r>
              <a:rPr lang="en-US" sz="2000" b="1" dirty="0">
                <a:solidFill>
                  <a:srgbClr val="0070C0"/>
                </a:solidFill>
              </a:rPr>
              <a:t>:</a:t>
            </a:r>
            <a:r>
              <a:rPr lang="en-US" sz="2000" dirty="0"/>
              <a:t> </a:t>
            </a:r>
            <a:r>
              <a:rPr lang="en-US" sz="2000" dirty="0" err="1"/>
              <a:t>SuperClass</a:t>
            </a:r>
            <a:r>
              <a:rPr lang="en-US" sz="2000" dirty="0"/>
              <a:t> </a:t>
            </a:r>
          </a:p>
          <a:p>
            <a:pPr>
              <a:lnSpc>
                <a:spcPct val="90000"/>
              </a:lnSpc>
              <a:buFont typeface="Wingdings" pitchFamily="2" charset="2"/>
              <a:buNone/>
            </a:pPr>
            <a:endParaRPr lang="en-US" sz="2000" dirty="0"/>
          </a:p>
          <a:p>
            <a:pPr>
              <a:lnSpc>
                <a:spcPct val="90000"/>
              </a:lnSpc>
              <a:buFont typeface="Wingdings" pitchFamily="2" charset="2"/>
              <a:buNone/>
            </a:pPr>
            <a:endParaRPr lang="en-US" dirty="0"/>
          </a:p>
          <a:p>
            <a:pPr>
              <a:lnSpc>
                <a:spcPct val="90000"/>
              </a:lnSpc>
            </a:pPr>
            <a:r>
              <a:rPr lang="en-US" b="1" dirty="0"/>
              <a:t>Inheritance</a:t>
            </a:r>
            <a:r>
              <a:rPr lang="en-US" dirty="0"/>
              <a:t> allows to implement </a:t>
            </a:r>
            <a:r>
              <a:rPr lang="en-US" b="1" dirty="0"/>
              <a:t>Specialization </a:t>
            </a:r>
            <a:r>
              <a:rPr lang="en-US" dirty="0"/>
              <a:t>and</a:t>
            </a:r>
            <a:r>
              <a:rPr lang="en-US" b="1" dirty="0"/>
              <a:t> Generalization </a:t>
            </a:r>
            <a:r>
              <a:rPr lang="en-US" dirty="0"/>
              <a:t>concepts e.g.:</a:t>
            </a:r>
          </a:p>
          <a:p>
            <a:pPr lvl="2">
              <a:lnSpc>
                <a:spcPct val="90000"/>
              </a:lnSpc>
            </a:pPr>
            <a:r>
              <a:rPr lang="en-US" sz="1600" dirty="0"/>
              <a:t>Radio button </a:t>
            </a:r>
            <a:r>
              <a:rPr lang="en-US" sz="1600" b="1" dirty="0"/>
              <a:t>is-a</a:t>
            </a:r>
            <a:r>
              <a:rPr lang="en-US" sz="1600" dirty="0"/>
              <a:t> specialized case of Control </a:t>
            </a:r>
          </a:p>
          <a:p>
            <a:pPr lvl="2">
              <a:lnSpc>
                <a:spcPct val="90000"/>
              </a:lnSpc>
            </a:pPr>
            <a:r>
              <a:rPr lang="en-US" sz="1600" dirty="0"/>
              <a:t>Control is a </a:t>
            </a:r>
            <a:r>
              <a:rPr lang="en-US" sz="1600" b="1" dirty="0"/>
              <a:t>base</a:t>
            </a:r>
            <a:r>
              <a:rPr lang="en-US" sz="1600" dirty="0"/>
              <a:t> class</a:t>
            </a:r>
          </a:p>
          <a:p>
            <a:pPr lvl="2">
              <a:lnSpc>
                <a:spcPct val="90000"/>
              </a:lnSpc>
            </a:pPr>
            <a:r>
              <a:rPr lang="en-US" sz="1600" dirty="0"/>
              <a:t>Radio button </a:t>
            </a:r>
            <a:r>
              <a:rPr lang="en-US" sz="1600" b="1" dirty="0"/>
              <a:t>derived</a:t>
            </a:r>
            <a:r>
              <a:rPr lang="en-US" sz="1600" dirty="0"/>
              <a:t> class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3439075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F520D0FE-B691-3F49-A1F8-91BF7066A23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231648"/>
            <a:ext cx="9144000" cy="6626352"/>
          </a:xfrm>
          <a:prstGeom prst="rect">
            <a:avLst/>
          </a:prstGeom>
        </p:spPr>
      </p:pic>
      <p:sp>
        <p:nvSpPr>
          <p:cNvPr id="5" name="Title 1">
            <a:extLst>
              <a:ext uri="{FF2B5EF4-FFF2-40B4-BE49-F238E27FC236}">
                <a16:creationId xmlns:a16="http://schemas.microsoft.com/office/drawing/2014/main" id="{6D2A1622-18B3-CF42-B5AD-82A5F9056952}"/>
              </a:ext>
            </a:extLst>
          </p:cNvPr>
          <p:cNvSpPr txBox="1">
            <a:spLocks/>
          </p:cNvSpPr>
          <p:nvPr/>
        </p:nvSpPr>
        <p:spPr>
          <a:xfrm>
            <a:off x="202131" y="678176"/>
            <a:ext cx="6865932" cy="1092799"/>
          </a:xfrm>
          <a:prstGeom prst="rect">
            <a:avLst/>
          </a:prstGeom>
        </p:spPr>
        <p:txBody>
          <a:bodyPr rtlCol="0">
            <a:normAutofit/>
          </a:bodyPr>
          <a:lstStyle>
            <a:lvl1pPr algn="r" defTabSz="914400" rtl="0" eaLnBrk="1" latinLnBrk="0" hangingPunct="1">
              <a:spcBef>
                <a:spcPct val="0"/>
              </a:spcBef>
              <a:buNone/>
              <a:defRPr sz="4200" kern="1200">
                <a:solidFill>
                  <a:schemeClr val="bg1"/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defRPr/>
            </a:pPr>
            <a:endParaRPr lang="en-US" b="1" cap="small" dirty="0">
              <a:solidFill>
                <a:schemeClr val="accent3">
                  <a:lumMod val="50000"/>
                </a:schemeClr>
              </a:solidFill>
            </a:endParaRPr>
          </a:p>
        </p:txBody>
      </p:sp>
      <p:sp>
        <p:nvSpPr>
          <p:cNvPr id="2" name="Subtitle 2"/>
          <p:cNvSpPr txBox="1">
            <a:spLocks/>
          </p:cNvSpPr>
          <p:nvPr/>
        </p:nvSpPr>
        <p:spPr>
          <a:xfrm>
            <a:off x="335494" y="731162"/>
            <a:ext cx="6543608" cy="493414"/>
          </a:xfrm>
          <a:prstGeom prst="rect">
            <a:avLst/>
          </a:prstGeom>
        </p:spPr>
        <p:txBody>
          <a:bodyPr>
            <a:normAutofit/>
          </a:bodyPr>
          <a:lstStyle>
            <a:lvl1pPr marL="454025" indent="-454025" algn="l" defTabSz="914400" rtl="0" eaLnBrk="1" latinLnBrk="0" hangingPunct="1">
              <a:spcBef>
                <a:spcPts val="20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Char char=""/>
              <a:defRPr sz="24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914400" indent="-457200" algn="l" defTabSz="914400" rtl="0" eaLnBrk="1" latinLnBrk="0" hangingPunct="1">
              <a:spcBef>
                <a:spcPts val="600"/>
              </a:spcBef>
              <a:buClr>
                <a:schemeClr val="tx1">
                  <a:lumMod val="75000"/>
                  <a:lumOff val="25000"/>
                </a:schemeClr>
              </a:buClr>
              <a:buSzPct val="90000"/>
              <a:buFont typeface="Wingdings" pitchFamily="2" charset="2"/>
              <a:buChar char=""/>
              <a:defRPr sz="22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260475" indent="-346075" algn="l" defTabSz="914400" rtl="0" eaLnBrk="1" latinLnBrk="0" hangingPunct="1">
              <a:spcBef>
                <a:spcPts val="6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Char char=""/>
              <a:defRPr sz="20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339725" algn="l" defTabSz="914400" rtl="0" eaLnBrk="1" latinLnBrk="0" hangingPunct="1">
              <a:spcBef>
                <a:spcPts val="600"/>
              </a:spcBef>
              <a:buClr>
                <a:schemeClr val="tx1">
                  <a:lumMod val="75000"/>
                  <a:lumOff val="25000"/>
                </a:schemeClr>
              </a:buClr>
              <a:buSzPct val="90000"/>
              <a:buFont typeface="Wingdings" pitchFamily="2" charset="2"/>
              <a:buChar char=""/>
              <a:defRPr sz="18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939925" indent="-331788" algn="l" defTabSz="914400" rtl="0" eaLnBrk="1" latinLnBrk="0" hangingPunct="1">
              <a:spcBef>
                <a:spcPts val="6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Char char=""/>
              <a:defRPr sz="18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290763" indent="-344488" algn="l" defTabSz="914400" rtl="0" eaLnBrk="1" latinLnBrk="0" hangingPunct="1">
              <a:spcBef>
                <a:spcPts val="600"/>
              </a:spcBef>
              <a:buClr>
                <a:schemeClr val="tx1">
                  <a:lumMod val="75000"/>
                  <a:lumOff val="25000"/>
                </a:schemeClr>
              </a:buClr>
              <a:buSzPct val="90000"/>
              <a:buFont typeface="Wingdings" pitchFamily="2" charset="2"/>
              <a:buChar char=""/>
              <a:defRPr lang="en-US" sz="1800" kern="1200" dirty="0" smtClean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625725" indent="-344488" algn="l" defTabSz="914400" rtl="0" eaLnBrk="1" latinLnBrk="0" hangingPunct="1">
              <a:spcBef>
                <a:spcPts val="6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Char char=""/>
              <a:defRPr lang="en-US" sz="1800" kern="1200" dirty="0" smtClean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2970213" indent="-344488" algn="l" defTabSz="914400" rtl="0" eaLnBrk="1" latinLnBrk="0" hangingPunct="1">
              <a:spcBef>
                <a:spcPts val="600"/>
              </a:spcBef>
              <a:buClr>
                <a:schemeClr val="tx1">
                  <a:lumMod val="75000"/>
                  <a:lumOff val="25000"/>
                </a:schemeClr>
              </a:buClr>
              <a:buSzPct val="90000"/>
              <a:buFont typeface="Wingdings" pitchFamily="2" charset="2"/>
              <a:buChar char=""/>
              <a:defRPr lang="en-US" sz="1800" kern="1200" dirty="0" smtClean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313113" indent="-344488" algn="l" defTabSz="914400" rtl="0" eaLnBrk="1" latinLnBrk="0" hangingPunct="1">
              <a:spcBef>
                <a:spcPts val="6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Char char=""/>
              <a:defRPr lang="en-US" sz="180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endParaRPr lang="en-US" sz="2600" b="1" dirty="0">
              <a:solidFill>
                <a:schemeClr val="tx1"/>
              </a:solidFill>
            </a:endParaRPr>
          </a:p>
        </p:txBody>
      </p:sp>
      <p:grpSp>
        <p:nvGrpSpPr>
          <p:cNvPr id="9" name="Group 8">
            <a:extLst>
              <a:ext uri="{FF2B5EF4-FFF2-40B4-BE49-F238E27FC236}">
                <a16:creationId xmlns:a16="http://schemas.microsoft.com/office/drawing/2014/main" id="{E46FB6F7-0574-6249-B9E4-D3549D0B3FB1}"/>
              </a:ext>
            </a:extLst>
          </p:cNvPr>
          <p:cNvGrpSpPr/>
          <p:nvPr/>
        </p:nvGrpSpPr>
        <p:grpSpPr>
          <a:xfrm>
            <a:off x="284164" y="452718"/>
            <a:ext cx="7365210" cy="137411"/>
            <a:chOff x="284163" y="1577847"/>
            <a:chExt cx="8576373" cy="137411"/>
          </a:xfrm>
        </p:grpSpPr>
        <p:sp>
          <p:nvSpPr>
            <p:cNvPr id="10" name="Rectangle 9">
              <a:extLst>
                <a:ext uri="{FF2B5EF4-FFF2-40B4-BE49-F238E27FC236}">
                  <a16:creationId xmlns:a16="http://schemas.microsoft.com/office/drawing/2014/main" id="{287AB7CF-0B42-1A43-993F-3E0B3129AF97}"/>
                </a:ext>
              </a:extLst>
            </p:cNvPr>
            <p:cNvSpPr/>
            <p:nvPr/>
          </p:nvSpPr>
          <p:spPr>
            <a:xfrm>
              <a:off x="284163" y="1577847"/>
              <a:ext cx="1600200" cy="137411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1" name="Rectangle 10">
              <a:extLst>
                <a:ext uri="{FF2B5EF4-FFF2-40B4-BE49-F238E27FC236}">
                  <a16:creationId xmlns:a16="http://schemas.microsoft.com/office/drawing/2014/main" id="{0FDD2DA8-6A58-8945-8370-0521B905F90B}"/>
                </a:ext>
              </a:extLst>
            </p:cNvPr>
            <p:cNvSpPr/>
            <p:nvPr/>
          </p:nvSpPr>
          <p:spPr>
            <a:xfrm>
              <a:off x="1885174" y="1577847"/>
              <a:ext cx="2743200" cy="137411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2" name="Rectangle 11">
              <a:extLst>
                <a:ext uri="{FF2B5EF4-FFF2-40B4-BE49-F238E27FC236}">
                  <a16:creationId xmlns:a16="http://schemas.microsoft.com/office/drawing/2014/main" id="{D421FBF4-4488-C440-91C1-36158F356C78}"/>
                </a:ext>
              </a:extLst>
            </p:cNvPr>
            <p:cNvSpPr/>
            <p:nvPr/>
          </p:nvSpPr>
          <p:spPr>
            <a:xfrm>
              <a:off x="4626864" y="1577847"/>
              <a:ext cx="4233672" cy="137411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</p:grpSp>
      <p:pic>
        <p:nvPicPr>
          <p:cNvPr id="13" name="Picture 2" descr="Image result for AIUB logo">
            <a:extLst>
              <a:ext uri="{FF2B5EF4-FFF2-40B4-BE49-F238E27FC236}">
                <a16:creationId xmlns:a16="http://schemas.microsoft.com/office/drawing/2014/main" id="{F7DCA0BE-8096-2B4A-AA36-8512C4345C1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 cstate="email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649375" y="0"/>
            <a:ext cx="1279161" cy="128715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60348274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F2DAAB0B-53E2-414C-BC96-2AFEEB93F5B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256032"/>
            <a:ext cx="9144000" cy="6601968"/>
          </a:xfrm>
          <a:prstGeom prst="rect">
            <a:avLst/>
          </a:prstGeom>
        </p:spPr>
      </p:pic>
      <p:sp>
        <p:nvSpPr>
          <p:cNvPr id="5" name="Title 1">
            <a:extLst>
              <a:ext uri="{FF2B5EF4-FFF2-40B4-BE49-F238E27FC236}">
                <a16:creationId xmlns:a16="http://schemas.microsoft.com/office/drawing/2014/main" id="{6D2A1622-18B3-CF42-B5AD-82A5F9056952}"/>
              </a:ext>
            </a:extLst>
          </p:cNvPr>
          <p:cNvSpPr txBox="1">
            <a:spLocks/>
          </p:cNvSpPr>
          <p:nvPr/>
        </p:nvSpPr>
        <p:spPr>
          <a:xfrm>
            <a:off x="202131" y="678176"/>
            <a:ext cx="6865932" cy="1092799"/>
          </a:xfrm>
          <a:prstGeom prst="rect">
            <a:avLst/>
          </a:prstGeom>
        </p:spPr>
        <p:txBody>
          <a:bodyPr rtlCol="0">
            <a:normAutofit/>
          </a:bodyPr>
          <a:lstStyle>
            <a:lvl1pPr algn="r" defTabSz="914400" rtl="0" eaLnBrk="1" latinLnBrk="0" hangingPunct="1">
              <a:spcBef>
                <a:spcPct val="0"/>
              </a:spcBef>
              <a:buNone/>
              <a:defRPr sz="4200" kern="1200">
                <a:solidFill>
                  <a:schemeClr val="bg1"/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defRPr/>
            </a:pPr>
            <a:endParaRPr lang="en-US" b="1" cap="small" dirty="0">
              <a:solidFill>
                <a:schemeClr val="accent3">
                  <a:lumMod val="50000"/>
                </a:schemeClr>
              </a:solidFill>
            </a:endParaRPr>
          </a:p>
        </p:txBody>
      </p:sp>
      <p:sp>
        <p:nvSpPr>
          <p:cNvPr id="2" name="Subtitle 2"/>
          <p:cNvSpPr txBox="1">
            <a:spLocks/>
          </p:cNvSpPr>
          <p:nvPr/>
        </p:nvSpPr>
        <p:spPr>
          <a:xfrm>
            <a:off x="335494" y="731162"/>
            <a:ext cx="6543608" cy="493414"/>
          </a:xfrm>
          <a:prstGeom prst="rect">
            <a:avLst/>
          </a:prstGeom>
        </p:spPr>
        <p:txBody>
          <a:bodyPr>
            <a:normAutofit/>
          </a:bodyPr>
          <a:lstStyle>
            <a:lvl1pPr marL="454025" indent="-454025" algn="l" defTabSz="914400" rtl="0" eaLnBrk="1" latinLnBrk="0" hangingPunct="1">
              <a:spcBef>
                <a:spcPts val="20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Char char=""/>
              <a:defRPr sz="24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914400" indent="-457200" algn="l" defTabSz="914400" rtl="0" eaLnBrk="1" latinLnBrk="0" hangingPunct="1">
              <a:spcBef>
                <a:spcPts val="600"/>
              </a:spcBef>
              <a:buClr>
                <a:schemeClr val="tx1">
                  <a:lumMod val="75000"/>
                  <a:lumOff val="25000"/>
                </a:schemeClr>
              </a:buClr>
              <a:buSzPct val="90000"/>
              <a:buFont typeface="Wingdings" pitchFamily="2" charset="2"/>
              <a:buChar char=""/>
              <a:defRPr sz="22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260475" indent="-346075" algn="l" defTabSz="914400" rtl="0" eaLnBrk="1" latinLnBrk="0" hangingPunct="1">
              <a:spcBef>
                <a:spcPts val="6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Char char=""/>
              <a:defRPr sz="20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339725" algn="l" defTabSz="914400" rtl="0" eaLnBrk="1" latinLnBrk="0" hangingPunct="1">
              <a:spcBef>
                <a:spcPts val="600"/>
              </a:spcBef>
              <a:buClr>
                <a:schemeClr val="tx1">
                  <a:lumMod val="75000"/>
                  <a:lumOff val="25000"/>
                </a:schemeClr>
              </a:buClr>
              <a:buSzPct val="90000"/>
              <a:buFont typeface="Wingdings" pitchFamily="2" charset="2"/>
              <a:buChar char=""/>
              <a:defRPr sz="18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939925" indent="-331788" algn="l" defTabSz="914400" rtl="0" eaLnBrk="1" latinLnBrk="0" hangingPunct="1">
              <a:spcBef>
                <a:spcPts val="6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Char char=""/>
              <a:defRPr sz="18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290763" indent="-344488" algn="l" defTabSz="914400" rtl="0" eaLnBrk="1" latinLnBrk="0" hangingPunct="1">
              <a:spcBef>
                <a:spcPts val="600"/>
              </a:spcBef>
              <a:buClr>
                <a:schemeClr val="tx1">
                  <a:lumMod val="75000"/>
                  <a:lumOff val="25000"/>
                </a:schemeClr>
              </a:buClr>
              <a:buSzPct val="90000"/>
              <a:buFont typeface="Wingdings" pitchFamily="2" charset="2"/>
              <a:buChar char=""/>
              <a:defRPr lang="en-US" sz="1800" kern="1200" dirty="0" smtClean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625725" indent="-344488" algn="l" defTabSz="914400" rtl="0" eaLnBrk="1" latinLnBrk="0" hangingPunct="1">
              <a:spcBef>
                <a:spcPts val="6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Char char=""/>
              <a:defRPr lang="en-US" sz="1800" kern="1200" dirty="0" smtClean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2970213" indent="-344488" algn="l" defTabSz="914400" rtl="0" eaLnBrk="1" latinLnBrk="0" hangingPunct="1">
              <a:spcBef>
                <a:spcPts val="600"/>
              </a:spcBef>
              <a:buClr>
                <a:schemeClr val="tx1">
                  <a:lumMod val="75000"/>
                  <a:lumOff val="25000"/>
                </a:schemeClr>
              </a:buClr>
              <a:buSzPct val="90000"/>
              <a:buFont typeface="Wingdings" pitchFamily="2" charset="2"/>
              <a:buChar char=""/>
              <a:defRPr lang="en-US" sz="1800" kern="1200" dirty="0" smtClean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313113" indent="-344488" algn="l" defTabSz="914400" rtl="0" eaLnBrk="1" latinLnBrk="0" hangingPunct="1">
              <a:spcBef>
                <a:spcPts val="6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Char char=""/>
              <a:defRPr lang="en-US" sz="180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endParaRPr lang="en-US" sz="2600" b="1" dirty="0">
              <a:solidFill>
                <a:schemeClr val="tx1"/>
              </a:solidFill>
            </a:endParaRPr>
          </a:p>
        </p:txBody>
      </p:sp>
      <p:grpSp>
        <p:nvGrpSpPr>
          <p:cNvPr id="9" name="Group 8">
            <a:extLst>
              <a:ext uri="{FF2B5EF4-FFF2-40B4-BE49-F238E27FC236}">
                <a16:creationId xmlns:a16="http://schemas.microsoft.com/office/drawing/2014/main" id="{E46FB6F7-0574-6249-B9E4-D3549D0B3FB1}"/>
              </a:ext>
            </a:extLst>
          </p:cNvPr>
          <p:cNvGrpSpPr/>
          <p:nvPr/>
        </p:nvGrpSpPr>
        <p:grpSpPr>
          <a:xfrm>
            <a:off x="284164" y="452718"/>
            <a:ext cx="7365210" cy="137411"/>
            <a:chOff x="284163" y="1577847"/>
            <a:chExt cx="8576373" cy="137411"/>
          </a:xfrm>
        </p:grpSpPr>
        <p:sp>
          <p:nvSpPr>
            <p:cNvPr id="10" name="Rectangle 9">
              <a:extLst>
                <a:ext uri="{FF2B5EF4-FFF2-40B4-BE49-F238E27FC236}">
                  <a16:creationId xmlns:a16="http://schemas.microsoft.com/office/drawing/2014/main" id="{287AB7CF-0B42-1A43-993F-3E0B3129AF97}"/>
                </a:ext>
              </a:extLst>
            </p:cNvPr>
            <p:cNvSpPr/>
            <p:nvPr/>
          </p:nvSpPr>
          <p:spPr>
            <a:xfrm>
              <a:off x="284163" y="1577847"/>
              <a:ext cx="1600200" cy="137411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1" name="Rectangle 10">
              <a:extLst>
                <a:ext uri="{FF2B5EF4-FFF2-40B4-BE49-F238E27FC236}">
                  <a16:creationId xmlns:a16="http://schemas.microsoft.com/office/drawing/2014/main" id="{0FDD2DA8-6A58-8945-8370-0521B905F90B}"/>
                </a:ext>
              </a:extLst>
            </p:cNvPr>
            <p:cNvSpPr/>
            <p:nvPr/>
          </p:nvSpPr>
          <p:spPr>
            <a:xfrm>
              <a:off x="1885174" y="1577847"/>
              <a:ext cx="2743200" cy="137411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2" name="Rectangle 11">
              <a:extLst>
                <a:ext uri="{FF2B5EF4-FFF2-40B4-BE49-F238E27FC236}">
                  <a16:creationId xmlns:a16="http://schemas.microsoft.com/office/drawing/2014/main" id="{D421FBF4-4488-C440-91C1-36158F356C78}"/>
                </a:ext>
              </a:extLst>
            </p:cNvPr>
            <p:cNvSpPr/>
            <p:nvPr/>
          </p:nvSpPr>
          <p:spPr>
            <a:xfrm>
              <a:off x="4626864" y="1577847"/>
              <a:ext cx="4233672" cy="137411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</p:grpSp>
      <p:pic>
        <p:nvPicPr>
          <p:cNvPr id="13" name="Picture 2" descr="Image result for AIUB logo">
            <a:extLst>
              <a:ext uri="{FF2B5EF4-FFF2-40B4-BE49-F238E27FC236}">
                <a16:creationId xmlns:a16="http://schemas.microsoft.com/office/drawing/2014/main" id="{F7DCA0BE-8096-2B4A-AA36-8512C4345C1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 cstate="email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649375" y="0"/>
            <a:ext cx="1279161" cy="128715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92723779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F3C7AC24-F79D-EF42-973A-637D73CFC9D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254726"/>
            <a:ext cx="9144000" cy="6614160"/>
          </a:xfrm>
          <a:prstGeom prst="rect">
            <a:avLst/>
          </a:prstGeom>
        </p:spPr>
      </p:pic>
      <p:sp>
        <p:nvSpPr>
          <p:cNvPr id="5" name="Title 1">
            <a:extLst>
              <a:ext uri="{FF2B5EF4-FFF2-40B4-BE49-F238E27FC236}">
                <a16:creationId xmlns:a16="http://schemas.microsoft.com/office/drawing/2014/main" id="{6D2A1622-18B3-CF42-B5AD-82A5F9056952}"/>
              </a:ext>
            </a:extLst>
          </p:cNvPr>
          <p:cNvSpPr txBox="1">
            <a:spLocks/>
          </p:cNvSpPr>
          <p:nvPr/>
        </p:nvSpPr>
        <p:spPr>
          <a:xfrm>
            <a:off x="202131" y="678176"/>
            <a:ext cx="6865932" cy="1092799"/>
          </a:xfrm>
          <a:prstGeom prst="rect">
            <a:avLst/>
          </a:prstGeom>
        </p:spPr>
        <p:txBody>
          <a:bodyPr rtlCol="0">
            <a:normAutofit/>
          </a:bodyPr>
          <a:lstStyle>
            <a:lvl1pPr algn="r" defTabSz="914400" rtl="0" eaLnBrk="1" latinLnBrk="0" hangingPunct="1">
              <a:spcBef>
                <a:spcPct val="0"/>
              </a:spcBef>
              <a:buNone/>
              <a:defRPr sz="4200" kern="1200">
                <a:solidFill>
                  <a:schemeClr val="bg1"/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defRPr/>
            </a:pPr>
            <a:endParaRPr lang="en-US" b="1" cap="small" dirty="0">
              <a:solidFill>
                <a:schemeClr val="accent3">
                  <a:lumMod val="50000"/>
                </a:schemeClr>
              </a:solidFill>
            </a:endParaRPr>
          </a:p>
        </p:txBody>
      </p:sp>
      <p:sp>
        <p:nvSpPr>
          <p:cNvPr id="2" name="Subtitle 2"/>
          <p:cNvSpPr txBox="1">
            <a:spLocks/>
          </p:cNvSpPr>
          <p:nvPr/>
        </p:nvSpPr>
        <p:spPr>
          <a:xfrm>
            <a:off x="335494" y="731162"/>
            <a:ext cx="6543608" cy="493414"/>
          </a:xfrm>
          <a:prstGeom prst="rect">
            <a:avLst/>
          </a:prstGeom>
        </p:spPr>
        <p:txBody>
          <a:bodyPr>
            <a:normAutofit/>
          </a:bodyPr>
          <a:lstStyle>
            <a:lvl1pPr marL="454025" indent="-454025" algn="l" defTabSz="914400" rtl="0" eaLnBrk="1" latinLnBrk="0" hangingPunct="1">
              <a:spcBef>
                <a:spcPts val="20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Char char=""/>
              <a:defRPr sz="24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914400" indent="-457200" algn="l" defTabSz="914400" rtl="0" eaLnBrk="1" latinLnBrk="0" hangingPunct="1">
              <a:spcBef>
                <a:spcPts val="600"/>
              </a:spcBef>
              <a:buClr>
                <a:schemeClr val="tx1">
                  <a:lumMod val="75000"/>
                  <a:lumOff val="25000"/>
                </a:schemeClr>
              </a:buClr>
              <a:buSzPct val="90000"/>
              <a:buFont typeface="Wingdings" pitchFamily="2" charset="2"/>
              <a:buChar char=""/>
              <a:defRPr sz="22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260475" indent="-346075" algn="l" defTabSz="914400" rtl="0" eaLnBrk="1" latinLnBrk="0" hangingPunct="1">
              <a:spcBef>
                <a:spcPts val="6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Char char=""/>
              <a:defRPr sz="20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339725" algn="l" defTabSz="914400" rtl="0" eaLnBrk="1" latinLnBrk="0" hangingPunct="1">
              <a:spcBef>
                <a:spcPts val="600"/>
              </a:spcBef>
              <a:buClr>
                <a:schemeClr val="tx1">
                  <a:lumMod val="75000"/>
                  <a:lumOff val="25000"/>
                </a:schemeClr>
              </a:buClr>
              <a:buSzPct val="90000"/>
              <a:buFont typeface="Wingdings" pitchFamily="2" charset="2"/>
              <a:buChar char=""/>
              <a:defRPr sz="18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939925" indent="-331788" algn="l" defTabSz="914400" rtl="0" eaLnBrk="1" latinLnBrk="0" hangingPunct="1">
              <a:spcBef>
                <a:spcPts val="6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Char char=""/>
              <a:defRPr sz="18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290763" indent="-344488" algn="l" defTabSz="914400" rtl="0" eaLnBrk="1" latinLnBrk="0" hangingPunct="1">
              <a:spcBef>
                <a:spcPts val="600"/>
              </a:spcBef>
              <a:buClr>
                <a:schemeClr val="tx1">
                  <a:lumMod val="75000"/>
                  <a:lumOff val="25000"/>
                </a:schemeClr>
              </a:buClr>
              <a:buSzPct val="90000"/>
              <a:buFont typeface="Wingdings" pitchFamily="2" charset="2"/>
              <a:buChar char=""/>
              <a:defRPr lang="en-US" sz="1800" kern="1200" dirty="0" smtClean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625725" indent="-344488" algn="l" defTabSz="914400" rtl="0" eaLnBrk="1" latinLnBrk="0" hangingPunct="1">
              <a:spcBef>
                <a:spcPts val="6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Char char=""/>
              <a:defRPr lang="en-US" sz="1800" kern="1200" dirty="0" smtClean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2970213" indent="-344488" algn="l" defTabSz="914400" rtl="0" eaLnBrk="1" latinLnBrk="0" hangingPunct="1">
              <a:spcBef>
                <a:spcPts val="600"/>
              </a:spcBef>
              <a:buClr>
                <a:schemeClr val="tx1">
                  <a:lumMod val="75000"/>
                  <a:lumOff val="25000"/>
                </a:schemeClr>
              </a:buClr>
              <a:buSzPct val="90000"/>
              <a:buFont typeface="Wingdings" pitchFamily="2" charset="2"/>
              <a:buChar char=""/>
              <a:defRPr lang="en-US" sz="1800" kern="1200" dirty="0" smtClean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313113" indent="-344488" algn="l" defTabSz="914400" rtl="0" eaLnBrk="1" latinLnBrk="0" hangingPunct="1">
              <a:spcBef>
                <a:spcPts val="6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Char char=""/>
              <a:defRPr lang="en-US" sz="180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endParaRPr lang="en-US" sz="2600" b="1" dirty="0">
              <a:solidFill>
                <a:schemeClr val="tx1"/>
              </a:solidFill>
            </a:endParaRPr>
          </a:p>
        </p:txBody>
      </p:sp>
      <p:grpSp>
        <p:nvGrpSpPr>
          <p:cNvPr id="9" name="Group 8">
            <a:extLst>
              <a:ext uri="{FF2B5EF4-FFF2-40B4-BE49-F238E27FC236}">
                <a16:creationId xmlns:a16="http://schemas.microsoft.com/office/drawing/2014/main" id="{E46FB6F7-0574-6249-B9E4-D3549D0B3FB1}"/>
              </a:ext>
            </a:extLst>
          </p:cNvPr>
          <p:cNvGrpSpPr/>
          <p:nvPr/>
        </p:nvGrpSpPr>
        <p:grpSpPr>
          <a:xfrm>
            <a:off x="284164" y="452718"/>
            <a:ext cx="7365210" cy="137411"/>
            <a:chOff x="284163" y="1577847"/>
            <a:chExt cx="8576373" cy="137411"/>
          </a:xfrm>
        </p:grpSpPr>
        <p:sp>
          <p:nvSpPr>
            <p:cNvPr id="10" name="Rectangle 9">
              <a:extLst>
                <a:ext uri="{FF2B5EF4-FFF2-40B4-BE49-F238E27FC236}">
                  <a16:creationId xmlns:a16="http://schemas.microsoft.com/office/drawing/2014/main" id="{287AB7CF-0B42-1A43-993F-3E0B3129AF97}"/>
                </a:ext>
              </a:extLst>
            </p:cNvPr>
            <p:cNvSpPr/>
            <p:nvPr/>
          </p:nvSpPr>
          <p:spPr>
            <a:xfrm>
              <a:off x="284163" y="1577847"/>
              <a:ext cx="1600200" cy="137411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1" name="Rectangle 10">
              <a:extLst>
                <a:ext uri="{FF2B5EF4-FFF2-40B4-BE49-F238E27FC236}">
                  <a16:creationId xmlns:a16="http://schemas.microsoft.com/office/drawing/2014/main" id="{0FDD2DA8-6A58-8945-8370-0521B905F90B}"/>
                </a:ext>
              </a:extLst>
            </p:cNvPr>
            <p:cNvSpPr/>
            <p:nvPr/>
          </p:nvSpPr>
          <p:spPr>
            <a:xfrm>
              <a:off x="1885174" y="1577847"/>
              <a:ext cx="2743200" cy="137411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2" name="Rectangle 11">
              <a:extLst>
                <a:ext uri="{FF2B5EF4-FFF2-40B4-BE49-F238E27FC236}">
                  <a16:creationId xmlns:a16="http://schemas.microsoft.com/office/drawing/2014/main" id="{D421FBF4-4488-C440-91C1-36158F356C78}"/>
                </a:ext>
              </a:extLst>
            </p:cNvPr>
            <p:cNvSpPr/>
            <p:nvPr/>
          </p:nvSpPr>
          <p:spPr>
            <a:xfrm>
              <a:off x="4626864" y="1577847"/>
              <a:ext cx="4233672" cy="137411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</p:grpSp>
      <p:pic>
        <p:nvPicPr>
          <p:cNvPr id="13" name="Picture 2" descr="Image result for AIUB logo">
            <a:extLst>
              <a:ext uri="{FF2B5EF4-FFF2-40B4-BE49-F238E27FC236}">
                <a16:creationId xmlns:a16="http://schemas.microsoft.com/office/drawing/2014/main" id="{F7DCA0BE-8096-2B4A-AA36-8512C4345C1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 cstate="email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649375" y="0"/>
            <a:ext cx="1279161" cy="128715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96344630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1">
            <a:extLst>
              <a:ext uri="{FF2B5EF4-FFF2-40B4-BE49-F238E27FC236}">
                <a16:creationId xmlns:a16="http://schemas.microsoft.com/office/drawing/2014/main" id="{6D2A1622-18B3-CF42-B5AD-82A5F9056952}"/>
              </a:ext>
            </a:extLst>
          </p:cNvPr>
          <p:cNvSpPr txBox="1">
            <a:spLocks/>
          </p:cNvSpPr>
          <p:nvPr/>
        </p:nvSpPr>
        <p:spPr>
          <a:xfrm>
            <a:off x="202131" y="678176"/>
            <a:ext cx="6865932" cy="1092799"/>
          </a:xfrm>
          <a:prstGeom prst="rect">
            <a:avLst/>
          </a:prstGeom>
        </p:spPr>
        <p:txBody>
          <a:bodyPr rtlCol="0">
            <a:normAutofit/>
          </a:bodyPr>
          <a:lstStyle>
            <a:lvl1pPr algn="r" defTabSz="914400" rtl="0" eaLnBrk="1" latinLnBrk="0" hangingPunct="1">
              <a:spcBef>
                <a:spcPct val="0"/>
              </a:spcBef>
              <a:buNone/>
              <a:defRPr sz="4200" kern="1200">
                <a:solidFill>
                  <a:schemeClr val="bg1"/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defRPr/>
            </a:pPr>
            <a:endParaRPr lang="en-US" b="1" cap="small" dirty="0">
              <a:solidFill>
                <a:schemeClr val="accent3">
                  <a:lumMod val="50000"/>
                </a:schemeClr>
              </a:solidFill>
            </a:endParaRPr>
          </a:p>
        </p:txBody>
      </p:sp>
      <p:sp>
        <p:nvSpPr>
          <p:cNvPr id="2" name="Subtitle 2"/>
          <p:cNvSpPr txBox="1">
            <a:spLocks/>
          </p:cNvSpPr>
          <p:nvPr/>
        </p:nvSpPr>
        <p:spPr>
          <a:xfrm>
            <a:off x="335494" y="731162"/>
            <a:ext cx="6543608" cy="493414"/>
          </a:xfrm>
          <a:prstGeom prst="rect">
            <a:avLst/>
          </a:prstGeom>
        </p:spPr>
        <p:txBody>
          <a:bodyPr>
            <a:normAutofit/>
          </a:bodyPr>
          <a:lstStyle>
            <a:lvl1pPr marL="454025" indent="-454025" algn="l" defTabSz="914400" rtl="0" eaLnBrk="1" latinLnBrk="0" hangingPunct="1">
              <a:spcBef>
                <a:spcPts val="20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Char char=""/>
              <a:defRPr sz="24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914400" indent="-457200" algn="l" defTabSz="914400" rtl="0" eaLnBrk="1" latinLnBrk="0" hangingPunct="1">
              <a:spcBef>
                <a:spcPts val="600"/>
              </a:spcBef>
              <a:buClr>
                <a:schemeClr val="tx1">
                  <a:lumMod val="75000"/>
                  <a:lumOff val="25000"/>
                </a:schemeClr>
              </a:buClr>
              <a:buSzPct val="90000"/>
              <a:buFont typeface="Wingdings" pitchFamily="2" charset="2"/>
              <a:buChar char=""/>
              <a:defRPr sz="22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260475" indent="-346075" algn="l" defTabSz="914400" rtl="0" eaLnBrk="1" latinLnBrk="0" hangingPunct="1">
              <a:spcBef>
                <a:spcPts val="6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Char char=""/>
              <a:defRPr sz="20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339725" algn="l" defTabSz="914400" rtl="0" eaLnBrk="1" latinLnBrk="0" hangingPunct="1">
              <a:spcBef>
                <a:spcPts val="600"/>
              </a:spcBef>
              <a:buClr>
                <a:schemeClr val="tx1">
                  <a:lumMod val="75000"/>
                  <a:lumOff val="25000"/>
                </a:schemeClr>
              </a:buClr>
              <a:buSzPct val="90000"/>
              <a:buFont typeface="Wingdings" pitchFamily="2" charset="2"/>
              <a:buChar char=""/>
              <a:defRPr sz="18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939925" indent="-331788" algn="l" defTabSz="914400" rtl="0" eaLnBrk="1" latinLnBrk="0" hangingPunct="1">
              <a:spcBef>
                <a:spcPts val="6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Char char=""/>
              <a:defRPr sz="18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290763" indent="-344488" algn="l" defTabSz="914400" rtl="0" eaLnBrk="1" latinLnBrk="0" hangingPunct="1">
              <a:spcBef>
                <a:spcPts val="600"/>
              </a:spcBef>
              <a:buClr>
                <a:schemeClr val="tx1">
                  <a:lumMod val="75000"/>
                  <a:lumOff val="25000"/>
                </a:schemeClr>
              </a:buClr>
              <a:buSzPct val="90000"/>
              <a:buFont typeface="Wingdings" pitchFamily="2" charset="2"/>
              <a:buChar char=""/>
              <a:defRPr lang="en-US" sz="1800" kern="1200" dirty="0" smtClean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625725" indent="-344488" algn="l" defTabSz="914400" rtl="0" eaLnBrk="1" latinLnBrk="0" hangingPunct="1">
              <a:spcBef>
                <a:spcPts val="6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Char char=""/>
              <a:defRPr lang="en-US" sz="1800" kern="1200" dirty="0" smtClean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2970213" indent="-344488" algn="l" defTabSz="914400" rtl="0" eaLnBrk="1" latinLnBrk="0" hangingPunct="1">
              <a:spcBef>
                <a:spcPts val="600"/>
              </a:spcBef>
              <a:buClr>
                <a:schemeClr val="tx1">
                  <a:lumMod val="75000"/>
                  <a:lumOff val="25000"/>
                </a:schemeClr>
              </a:buClr>
              <a:buSzPct val="90000"/>
              <a:buFont typeface="Wingdings" pitchFamily="2" charset="2"/>
              <a:buChar char=""/>
              <a:defRPr lang="en-US" sz="1800" kern="1200" dirty="0" smtClean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313113" indent="-344488" algn="l" defTabSz="914400" rtl="0" eaLnBrk="1" latinLnBrk="0" hangingPunct="1">
              <a:spcBef>
                <a:spcPts val="6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Char char=""/>
              <a:defRPr lang="en-US" sz="180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endParaRPr lang="en-US" sz="2600" b="1" dirty="0">
              <a:solidFill>
                <a:schemeClr val="tx1"/>
              </a:solidFill>
            </a:endParaRPr>
          </a:p>
        </p:txBody>
      </p:sp>
      <p:grpSp>
        <p:nvGrpSpPr>
          <p:cNvPr id="9" name="Group 8">
            <a:extLst>
              <a:ext uri="{FF2B5EF4-FFF2-40B4-BE49-F238E27FC236}">
                <a16:creationId xmlns:a16="http://schemas.microsoft.com/office/drawing/2014/main" id="{E46FB6F7-0574-6249-B9E4-D3549D0B3FB1}"/>
              </a:ext>
            </a:extLst>
          </p:cNvPr>
          <p:cNvGrpSpPr/>
          <p:nvPr/>
        </p:nvGrpSpPr>
        <p:grpSpPr>
          <a:xfrm>
            <a:off x="284164" y="452718"/>
            <a:ext cx="7365210" cy="137411"/>
            <a:chOff x="284163" y="1577847"/>
            <a:chExt cx="8576373" cy="137411"/>
          </a:xfrm>
        </p:grpSpPr>
        <p:sp>
          <p:nvSpPr>
            <p:cNvPr id="10" name="Rectangle 9">
              <a:extLst>
                <a:ext uri="{FF2B5EF4-FFF2-40B4-BE49-F238E27FC236}">
                  <a16:creationId xmlns:a16="http://schemas.microsoft.com/office/drawing/2014/main" id="{287AB7CF-0B42-1A43-993F-3E0B3129AF97}"/>
                </a:ext>
              </a:extLst>
            </p:cNvPr>
            <p:cNvSpPr/>
            <p:nvPr/>
          </p:nvSpPr>
          <p:spPr>
            <a:xfrm>
              <a:off x="284163" y="1577847"/>
              <a:ext cx="1600200" cy="137411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1" name="Rectangle 10">
              <a:extLst>
                <a:ext uri="{FF2B5EF4-FFF2-40B4-BE49-F238E27FC236}">
                  <a16:creationId xmlns:a16="http://schemas.microsoft.com/office/drawing/2014/main" id="{0FDD2DA8-6A58-8945-8370-0521B905F90B}"/>
                </a:ext>
              </a:extLst>
            </p:cNvPr>
            <p:cNvSpPr/>
            <p:nvPr/>
          </p:nvSpPr>
          <p:spPr>
            <a:xfrm>
              <a:off x="1885174" y="1577847"/>
              <a:ext cx="2743200" cy="137411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2" name="Rectangle 11">
              <a:extLst>
                <a:ext uri="{FF2B5EF4-FFF2-40B4-BE49-F238E27FC236}">
                  <a16:creationId xmlns:a16="http://schemas.microsoft.com/office/drawing/2014/main" id="{D421FBF4-4488-C440-91C1-36158F356C78}"/>
                </a:ext>
              </a:extLst>
            </p:cNvPr>
            <p:cNvSpPr/>
            <p:nvPr/>
          </p:nvSpPr>
          <p:spPr>
            <a:xfrm>
              <a:off x="4626864" y="1577847"/>
              <a:ext cx="4233672" cy="137411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</p:grpSp>
      <p:sp>
        <p:nvSpPr>
          <p:cNvPr id="16" name="Title 1">
            <a:extLst>
              <a:ext uri="{FF2B5EF4-FFF2-40B4-BE49-F238E27FC236}">
                <a16:creationId xmlns:a16="http://schemas.microsoft.com/office/drawing/2014/main" id="{E484ED52-28D2-E34D-B858-BF92D90F8297}"/>
              </a:ext>
            </a:extLst>
          </p:cNvPr>
          <p:cNvSpPr txBox="1">
            <a:spLocks/>
          </p:cNvSpPr>
          <p:nvPr/>
        </p:nvSpPr>
        <p:spPr>
          <a:xfrm>
            <a:off x="0" y="588604"/>
            <a:ext cx="4902820" cy="908486"/>
          </a:xfrm>
          <a:prstGeom prst="rect">
            <a:avLst/>
          </a:prstGeom>
        </p:spPr>
        <p:txBody>
          <a:bodyPr/>
          <a:lstStyle>
            <a:lvl1pPr algn="r" defTabSz="914400" rtl="0" eaLnBrk="1" latinLnBrk="0" hangingPunct="1">
              <a:spcBef>
                <a:spcPct val="0"/>
              </a:spcBef>
              <a:buNone/>
              <a:defRPr sz="4200" kern="1200">
                <a:solidFill>
                  <a:schemeClr val="bg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GB" dirty="0">
                <a:solidFill>
                  <a:schemeClr val="tx1"/>
                </a:solidFill>
              </a:rPr>
              <a:t>What is Inheritance?</a:t>
            </a:r>
          </a:p>
        </p:txBody>
      </p:sp>
      <p:sp>
        <p:nvSpPr>
          <p:cNvPr id="18" name="Content Placeholder 2">
            <a:extLst>
              <a:ext uri="{FF2B5EF4-FFF2-40B4-BE49-F238E27FC236}">
                <a16:creationId xmlns:a16="http://schemas.microsoft.com/office/drawing/2014/main" id="{865AB906-61A0-1344-88C6-10BE36F8D323}"/>
              </a:ext>
            </a:extLst>
          </p:cNvPr>
          <p:cNvSpPr txBox="1">
            <a:spLocks/>
          </p:cNvSpPr>
          <p:nvPr/>
        </p:nvSpPr>
        <p:spPr>
          <a:xfrm>
            <a:off x="284164" y="1416226"/>
            <a:ext cx="7704855" cy="4896544"/>
          </a:xfrm>
          <a:prstGeom prst="rect">
            <a:avLst/>
          </a:prstGeom>
        </p:spPr>
        <p:txBody>
          <a:bodyPr/>
          <a:lstStyle>
            <a:lvl1pPr marL="454025" indent="-454025" algn="l" defTabSz="914400" rtl="0" eaLnBrk="1" latinLnBrk="0" hangingPunct="1">
              <a:spcBef>
                <a:spcPts val="20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Char char=""/>
              <a:defRPr sz="24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914400" indent="-457200" algn="l" defTabSz="914400" rtl="0" eaLnBrk="1" latinLnBrk="0" hangingPunct="1">
              <a:spcBef>
                <a:spcPts val="600"/>
              </a:spcBef>
              <a:buClr>
                <a:schemeClr val="tx1">
                  <a:lumMod val="75000"/>
                  <a:lumOff val="25000"/>
                </a:schemeClr>
              </a:buClr>
              <a:buSzPct val="90000"/>
              <a:buFont typeface="Wingdings" pitchFamily="2" charset="2"/>
              <a:buChar char=""/>
              <a:defRPr sz="22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260475" indent="-346075" algn="l" defTabSz="914400" rtl="0" eaLnBrk="1" latinLnBrk="0" hangingPunct="1">
              <a:spcBef>
                <a:spcPts val="6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Char char=""/>
              <a:defRPr sz="20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339725" algn="l" defTabSz="914400" rtl="0" eaLnBrk="1" latinLnBrk="0" hangingPunct="1">
              <a:spcBef>
                <a:spcPts val="600"/>
              </a:spcBef>
              <a:buClr>
                <a:schemeClr val="tx1">
                  <a:lumMod val="75000"/>
                  <a:lumOff val="25000"/>
                </a:schemeClr>
              </a:buClr>
              <a:buSzPct val="90000"/>
              <a:buFont typeface="Wingdings" pitchFamily="2" charset="2"/>
              <a:buChar char=""/>
              <a:defRPr sz="18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939925" indent="-331788" algn="l" defTabSz="914400" rtl="0" eaLnBrk="1" latinLnBrk="0" hangingPunct="1">
              <a:spcBef>
                <a:spcPts val="6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Char char=""/>
              <a:defRPr sz="18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290763" indent="-344488" algn="l" defTabSz="914400" rtl="0" eaLnBrk="1" latinLnBrk="0" hangingPunct="1">
              <a:spcBef>
                <a:spcPts val="600"/>
              </a:spcBef>
              <a:buClr>
                <a:schemeClr val="tx1">
                  <a:lumMod val="75000"/>
                  <a:lumOff val="25000"/>
                </a:schemeClr>
              </a:buClr>
              <a:buSzPct val="90000"/>
              <a:buFont typeface="Wingdings" pitchFamily="2" charset="2"/>
              <a:buChar char=""/>
              <a:defRPr lang="en-US" sz="1800" kern="1200" dirty="0" smtClean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625725" indent="-344488" algn="l" defTabSz="914400" rtl="0" eaLnBrk="1" latinLnBrk="0" hangingPunct="1">
              <a:spcBef>
                <a:spcPts val="6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Char char=""/>
              <a:defRPr lang="en-US" sz="1800" kern="1200" dirty="0" smtClean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2970213" indent="-344488" algn="l" defTabSz="914400" rtl="0" eaLnBrk="1" latinLnBrk="0" hangingPunct="1">
              <a:spcBef>
                <a:spcPts val="600"/>
              </a:spcBef>
              <a:buClr>
                <a:schemeClr val="tx1">
                  <a:lumMod val="75000"/>
                  <a:lumOff val="25000"/>
                </a:schemeClr>
              </a:buClr>
              <a:buSzPct val="90000"/>
              <a:buFont typeface="Wingdings" pitchFamily="2" charset="2"/>
              <a:buChar char=""/>
              <a:defRPr lang="en-US" sz="1800" kern="1200" dirty="0" smtClean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313113" indent="-344488" algn="l" defTabSz="914400" rtl="0" eaLnBrk="1" latinLnBrk="0" hangingPunct="1">
              <a:spcBef>
                <a:spcPts val="6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Char char=""/>
              <a:defRPr lang="en-US" sz="180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GB"/>
              <a:t>A relationship between a more general class (called the </a:t>
            </a:r>
            <a:r>
              <a:rPr lang="en-GB" b="1">
                <a:solidFill>
                  <a:schemeClr val="tx2"/>
                </a:solidFill>
              </a:rPr>
              <a:t>superclass or base class</a:t>
            </a:r>
            <a:r>
              <a:rPr lang="en-GB"/>
              <a:t>) and a more specialised class(called the </a:t>
            </a:r>
            <a:r>
              <a:rPr lang="en-GB" b="1">
                <a:solidFill>
                  <a:srgbClr val="800000"/>
                </a:solidFill>
              </a:rPr>
              <a:t>subclass or derived class</a:t>
            </a:r>
            <a:r>
              <a:rPr lang="en-GB"/>
              <a:t>).</a:t>
            </a:r>
          </a:p>
          <a:p>
            <a:r>
              <a:rPr lang="en-GB"/>
              <a:t>For example, a Cat is a specific type of Animal. Therefore the </a:t>
            </a:r>
            <a:r>
              <a:rPr lang="en-GB" b="1">
                <a:solidFill>
                  <a:srgbClr val="06443F"/>
                </a:solidFill>
              </a:rPr>
              <a:t>Animal</a:t>
            </a:r>
            <a:r>
              <a:rPr lang="en-GB">
                <a:solidFill>
                  <a:srgbClr val="06443F"/>
                </a:solidFill>
              </a:rPr>
              <a:t> </a:t>
            </a:r>
            <a:r>
              <a:rPr lang="en-GB"/>
              <a:t>class could be the </a:t>
            </a:r>
            <a:r>
              <a:rPr lang="en-GB" b="1">
                <a:solidFill>
                  <a:srgbClr val="06443F"/>
                </a:solidFill>
              </a:rPr>
              <a:t>superclass/base class</a:t>
            </a:r>
            <a:r>
              <a:rPr lang="en-GB"/>
              <a:t>, and the </a:t>
            </a:r>
            <a:r>
              <a:rPr lang="en-GB" b="1">
                <a:solidFill>
                  <a:srgbClr val="800000"/>
                </a:solidFill>
              </a:rPr>
              <a:t>Cat</a:t>
            </a:r>
            <a:r>
              <a:rPr lang="en-GB" b="1"/>
              <a:t> </a:t>
            </a:r>
            <a:r>
              <a:rPr lang="en-GB"/>
              <a:t>class could be a </a:t>
            </a:r>
            <a:r>
              <a:rPr lang="en-GB" b="1">
                <a:solidFill>
                  <a:srgbClr val="800000"/>
                </a:solidFill>
              </a:rPr>
              <a:t>subclass</a:t>
            </a:r>
            <a:r>
              <a:rPr lang="en-GB" b="1"/>
              <a:t> </a:t>
            </a:r>
            <a:r>
              <a:rPr lang="en-GB"/>
              <a:t>of Animal.</a:t>
            </a:r>
          </a:p>
          <a:p>
            <a:endParaRPr lang="en-GB"/>
          </a:p>
          <a:p>
            <a:endParaRPr lang="en-GB" dirty="0"/>
          </a:p>
        </p:txBody>
      </p:sp>
      <p:grpSp>
        <p:nvGrpSpPr>
          <p:cNvPr id="19" name="Group 18">
            <a:extLst>
              <a:ext uri="{FF2B5EF4-FFF2-40B4-BE49-F238E27FC236}">
                <a16:creationId xmlns:a16="http://schemas.microsoft.com/office/drawing/2014/main" id="{6091985C-DA6C-7948-B997-C9AD412C73FD}"/>
              </a:ext>
            </a:extLst>
          </p:cNvPr>
          <p:cNvGrpSpPr/>
          <p:nvPr/>
        </p:nvGrpSpPr>
        <p:grpSpPr>
          <a:xfrm>
            <a:off x="284164" y="452718"/>
            <a:ext cx="7365210" cy="137411"/>
            <a:chOff x="284163" y="1577847"/>
            <a:chExt cx="8576373" cy="137411"/>
          </a:xfrm>
        </p:grpSpPr>
        <p:sp>
          <p:nvSpPr>
            <p:cNvPr id="20" name="Rectangle 19">
              <a:extLst>
                <a:ext uri="{FF2B5EF4-FFF2-40B4-BE49-F238E27FC236}">
                  <a16:creationId xmlns:a16="http://schemas.microsoft.com/office/drawing/2014/main" id="{820693CE-82B0-C14E-B644-A2DCF87D18AD}"/>
                </a:ext>
              </a:extLst>
            </p:cNvPr>
            <p:cNvSpPr/>
            <p:nvPr/>
          </p:nvSpPr>
          <p:spPr>
            <a:xfrm>
              <a:off x="284163" y="1577847"/>
              <a:ext cx="1600200" cy="137411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21" name="Rectangle 20">
              <a:extLst>
                <a:ext uri="{FF2B5EF4-FFF2-40B4-BE49-F238E27FC236}">
                  <a16:creationId xmlns:a16="http://schemas.microsoft.com/office/drawing/2014/main" id="{38C6B901-568D-B944-BEA8-D3BBE1CDB93A}"/>
                </a:ext>
              </a:extLst>
            </p:cNvPr>
            <p:cNvSpPr/>
            <p:nvPr/>
          </p:nvSpPr>
          <p:spPr>
            <a:xfrm>
              <a:off x="1885174" y="1577847"/>
              <a:ext cx="2743200" cy="137411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22" name="Rectangle 21">
              <a:extLst>
                <a:ext uri="{FF2B5EF4-FFF2-40B4-BE49-F238E27FC236}">
                  <a16:creationId xmlns:a16="http://schemas.microsoft.com/office/drawing/2014/main" id="{860B955C-F26D-0048-A3F0-6EFB880A6988}"/>
                </a:ext>
              </a:extLst>
            </p:cNvPr>
            <p:cNvSpPr/>
            <p:nvPr/>
          </p:nvSpPr>
          <p:spPr>
            <a:xfrm>
              <a:off x="4626864" y="1577847"/>
              <a:ext cx="4233672" cy="137411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</p:grpSp>
      <p:pic>
        <p:nvPicPr>
          <p:cNvPr id="23" name="Picture 2" descr="Image result for AIUB logo">
            <a:extLst>
              <a:ext uri="{FF2B5EF4-FFF2-40B4-BE49-F238E27FC236}">
                <a16:creationId xmlns:a16="http://schemas.microsoft.com/office/drawing/2014/main" id="{2EB2D560-074A-3E43-8FA4-96D060BCC1D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649374" y="55843"/>
            <a:ext cx="1279161" cy="128715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70013524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1">
            <a:extLst>
              <a:ext uri="{FF2B5EF4-FFF2-40B4-BE49-F238E27FC236}">
                <a16:creationId xmlns:a16="http://schemas.microsoft.com/office/drawing/2014/main" id="{6D2A1622-18B3-CF42-B5AD-82A5F9056952}"/>
              </a:ext>
            </a:extLst>
          </p:cNvPr>
          <p:cNvSpPr txBox="1">
            <a:spLocks/>
          </p:cNvSpPr>
          <p:nvPr/>
        </p:nvSpPr>
        <p:spPr>
          <a:xfrm>
            <a:off x="202131" y="678176"/>
            <a:ext cx="6865932" cy="1092799"/>
          </a:xfrm>
          <a:prstGeom prst="rect">
            <a:avLst/>
          </a:prstGeom>
        </p:spPr>
        <p:txBody>
          <a:bodyPr rtlCol="0">
            <a:normAutofit/>
          </a:bodyPr>
          <a:lstStyle>
            <a:lvl1pPr algn="r" defTabSz="914400" rtl="0" eaLnBrk="1" latinLnBrk="0" hangingPunct="1">
              <a:spcBef>
                <a:spcPct val="0"/>
              </a:spcBef>
              <a:buNone/>
              <a:defRPr sz="4200" kern="1200">
                <a:solidFill>
                  <a:schemeClr val="bg1"/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defRPr/>
            </a:pPr>
            <a:endParaRPr lang="en-US" b="1" cap="small" dirty="0">
              <a:solidFill>
                <a:schemeClr val="accent3">
                  <a:lumMod val="50000"/>
                </a:schemeClr>
              </a:solidFill>
            </a:endParaRPr>
          </a:p>
        </p:txBody>
      </p:sp>
      <p:sp>
        <p:nvSpPr>
          <p:cNvPr id="2" name="Subtitle 2"/>
          <p:cNvSpPr txBox="1">
            <a:spLocks/>
          </p:cNvSpPr>
          <p:nvPr/>
        </p:nvSpPr>
        <p:spPr>
          <a:xfrm>
            <a:off x="335494" y="731162"/>
            <a:ext cx="6543608" cy="493414"/>
          </a:xfrm>
          <a:prstGeom prst="rect">
            <a:avLst/>
          </a:prstGeom>
        </p:spPr>
        <p:txBody>
          <a:bodyPr>
            <a:normAutofit/>
          </a:bodyPr>
          <a:lstStyle>
            <a:lvl1pPr marL="454025" indent="-454025" algn="l" defTabSz="914400" rtl="0" eaLnBrk="1" latinLnBrk="0" hangingPunct="1">
              <a:spcBef>
                <a:spcPts val="20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Char char=""/>
              <a:defRPr sz="24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914400" indent="-457200" algn="l" defTabSz="914400" rtl="0" eaLnBrk="1" latinLnBrk="0" hangingPunct="1">
              <a:spcBef>
                <a:spcPts val="600"/>
              </a:spcBef>
              <a:buClr>
                <a:schemeClr val="tx1">
                  <a:lumMod val="75000"/>
                  <a:lumOff val="25000"/>
                </a:schemeClr>
              </a:buClr>
              <a:buSzPct val="90000"/>
              <a:buFont typeface="Wingdings" pitchFamily="2" charset="2"/>
              <a:buChar char=""/>
              <a:defRPr sz="22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260475" indent="-346075" algn="l" defTabSz="914400" rtl="0" eaLnBrk="1" latinLnBrk="0" hangingPunct="1">
              <a:spcBef>
                <a:spcPts val="6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Char char=""/>
              <a:defRPr sz="20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339725" algn="l" defTabSz="914400" rtl="0" eaLnBrk="1" latinLnBrk="0" hangingPunct="1">
              <a:spcBef>
                <a:spcPts val="600"/>
              </a:spcBef>
              <a:buClr>
                <a:schemeClr val="tx1">
                  <a:lumMod val="75000"/>
                  <a:lumOff val="25000"/>
                </a:schemeClr>
              </a:buClr>
              <a:buSzPct val="90000"/>
              <a:buFont typeface="Wingdings" pitchFamily="2" charset="2"/>
              <a:buChar char=""/>
              <a:defRPr sz="18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939925" indent="-331788" algn="l" defTabSz="914400" rtl="0" eaLnBrk="1" latinLnBrk="0" hangingPunct="1">
              <a:spcBef>
                <a:spcPts val="6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Char char=""/>
              <a:defRPr sz="18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290763" indent="-344488" algn="l" defTabSz="914400" rtl="0" eaLnBrk="1" latinLnBrk="0" hangingPunct="1">
              <a:spcBef>
                <a:spcPts val="600"/>
              </a:spcBef>
              <a:buClr>
                <a:schemeClr val="tx1">
                  <a:lumMod val="75000"/>
                  <a:lumOff val="25000"/>
                </a:schemeClr>
              </a:buClr>
              <a:buSzPct val="90000"/>
              <a:buFont typeface="Wingdings" pitchFamily="2" charset="2"/>
              <a:buChar char=""/>
              <a:defRPr lang="en-US" sz="1800" kern="1200" dirty="0" smtClean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625725" indent="-344488" algn="l" defTabSz="914400" rtl="0" eaLnBrk="1" latinLnBrk="0" hangingPunct="1">
              <a:spcBef>
                <a:spcPts val="6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Char char=""/>
              <a:defRPr lang="en-US" sz="1800" kern="1200" dirty="0" smtClean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2970213" indent="-344488" algn="l" defTabSz="914400" rtl="0" eaLnBrk="1" latinLnBrk="0" hangingPunct="1">
              <a:spcBef>
                <a:spcPts val="600"/>
              </a:spcBef>
              <a:buClr>
                <a:schemeClr val="tx1">
                  <a:lumMod val="75000"/>
                  <a:lumOff val="25000"/>
                </a:schemeClr>
              </a:buClr>
              <a:buSzPct val="90000"/>
              <a:buFont typeface="Wingdings" pitchFamily="2" charset="2"/>
              <a:buChar char=""/>
              <a:defRPr lang="en-US" sz="1800" kern="1200" dirty="0" smtClean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313113" indent="-344488" algn="l" defTabSz="914400" rtl="0" eaLnBrk="1" latinLnBrk="0" hangingPunct="1">
              <a:spcBef>
                <a:spcPts val="6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Char char=""/>
              <a:defRPr lang="en-US" sz="180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endParaRPr lang="en-US" sz="2600" b="1" dirty="0">
              <a:solidFill>
                <a:schemeClr val="tx1"/>
              </a:solidFill>
            </a:endParaRPr>
          </a:p>
        </p:txBody>
      </p:sp>
      <p:grpSp>
        <p:nvGrpSpPr>
          <p:cNvPr id="9" name="Group 8">
            <a:extLst>
              <a:ext uri="{FF2B5EF4-FFF2-40B4-BE49-F238E27FC236}">
                <a16:creationId xmlns:a16="http://schemas.microsoft.com/office/drawing/2014/main" id="{E46FB6F7-0574-6249-B9E4-D3549D0B3FB1}"/>
              </a:ext>
            </a:extLst>
          </p:cNvPr>
          <p:cNvGrpSpPr/>
          <p:nvPr/>
        </p:nvGrpSpPr>
        <p:grpSpPr>
          <a:xfrm>
            <a:off x="284164" y="452718"/>
            <a:ext cx="7365210" cy="137411"/>
            <a:chOff x="284163" y="1577847"/>
            <a:chExt cx="8576373" cy="137411"/>
          </a:xfrm>
        </p:grpSpPr>
        <p:sp>
          <p:nvSpPr>
            <p:cNvPr id="10" name="Rectangle 9">
              <a:extLst>
                <a:ext uri="{FF2B5EF4-FFF2-40B4-BE49-F238E27FC236}">
                  <a16:creationId xmlns:a16="http://schemas.microsoft.com/office/drawing/2014/main" id="{287AB7CF-0B42-1A43-993F-3E0B3129AF97}"/>
                </a:ext>
              </a:extLst>
            </p:cNvPr>
            <p:cNvSpPr/>
            <p:nvPr/>
          </p:nvSpPr>
          <p:spPr>
            <a:xfrm>
              <a:off x="284163" y="1577847"/>
              <a:ext cx="1600200" cy="137411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1" name="Rectangle 10">
              <a:extLst>
                <a:ext uri="{FF2B5EF4-FFF2-40B4-BE49-F238E27FC236}">
                  <a16:creationId xmlns:a16="http://schemas.microsoft.com/office/drawing/2014/main" id="{0FDD2DA8-6A58-8945-8370-0521B905F90B}"/>
                </a:ext>
              </a:extLst>
            </p:cNvPr>
            <p:cNvSpPr/>
            <p:nvPr/>
          </p:nvSpPr>
          <p:spPr>
            <a:xfrm>
              <a:off x="1885174" y="1577847"/>
              <a:ext cx="2743200" cy="137411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2" name="Rectangle 11">
              <a:extLst>
                <a:ext uri="{FF2B5EF4-FFF2-40B4-BE49-F238E27FC236}">
                  <a16:creationId xmlns:a16="http://schemas.microsoft.com/office/drawing/2014/main" id="{D421FBF4-4488-C440-91C1-36158F356C78}"/>
                </a:ext>
              </a:extLst>
            </p:cNvPr>
            <p:cNvSpPr/>
            <p:nvPr/>
          </p:nvSpPr>
          <p:spPr>
            <a:xfrm>
              <a:off x="4626864" y="1577847"/>
              <a:ext cx="4233672" cy="137411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</p:grpSp>
      <p:sp>
        <p:nvSpPr>
          <p:cNvPr id="14" name="Title 1">
            <a:extLst>
              <a:ext uri="{FF2B5EF4-FFF2-40B4-BE49-F238E27FC236}">
                <a16:creationId xmlns:a16="http://schemas.microsoft.com/office/drawing/2014/main" id="{496972A2-9699-F24F-ADF2-6CE7ADF48801}"/>
              </a:ext>
            </a:extLst>
          </p:cNvPr>
          <p:cNvSpPr txBox="1">
            <a:spLocks/>
          </p:cNvSpPr>
          <p:nvPr/>
        </p:nvSpPr>
        <p:spPr>
          <a:xfrm>
            <a:off x="161157" y="590129"/>
            <a:ext cx="7704856" cy="908486"/>
          </a:xfrm>
          <a:prstGeom prst="rect">
            <a:avLst/>
          </a:prstGeom>
        </p:spPr>
        <p:txBody>
          <a:bodyPr/>
          <a:lstStyle>
            <a:lvl1pPr algn="r" defTabSz="914400" rtl="0" eaLnBrk="1" latinLnBrk="0" hangingPunct="1">
              <a:spcBef>
                <a:spcPct val="0"/>
              </a:spcBef>
              <a:buNone/>
              <a:defRPr sz="4200" kern="1200">
                <a:solidFill>
                  <a:schemeClr val="bg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en-GB" dirty="0">
                <a:solidFill>
                  <a:schemeClr val="tx1"/>
                </a:solidFill>
              </a:rPr>
              <a:t>Why is Inheritance important?</a:t>
            </a:r>
          </a:p>
        </p:txBody>
      </p:sp>
      <p:sp>
        <p:nvSpPr>
          <p:cNvPr id="15" name="Content Placeholder 2">
            <a:extLst>
              <a:ext uri="{FF2B5EF4-FFF2-40B4-BE49-F238E27FC236}">
                <a16:creationId xmlns:a16="http://schemas.microsoft.com/office/drawing/2014/main" id="{5CB302BA-8CD0-0042-9BEB-BDD963139F77}"/>
              </a:ext>
            </a:extLst>
          </p:cNvPr>
          <p:cNvSpPr txBox="1">
            <a:spLocks/>
          </p:cNvSpPr>
          <p:nvPr/>
        </p:nvSpPr>
        <p:spPr>
          <a:xfrm>
            <a:off x="161156" y="1714639"/>
            <a:ext cx="7704855" cy="4896544"/>
          </a:xfrm>
          <a:prstGeom prst="rect">
            <a:avLst/>
          </a:prstGeom>
        </p:spPr>
        <p:txBody>
          <a:bodyPr/>
          <a:lstStyle>
            <a:lvl1pPr marL="454025" indent="-454025" algn="l" defTabSz="914400" rtl="0" eaLnBrk="1" latinLnBrk="0" hangingPunct="1">
              <a:spcBef>
                <a:spcPts val="20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Char char=""/>
              <a:defRPr sz="24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914400" indent="-457200" algn="l" defTabSz="914400" rtl="0" eaLnBrk="1" latinLnBrk="0" hangingPunct="1">
              <a:spcBef>
                <a:spcPts val="600"/>
              </a:spcBef>
              <a:buClr>
                <a:schemeClr val="tx1">
                  <a:lumMod val="75000"/>
                  <a:lumOff val="25000"/>
                </a:schemeClr>
              </a:buClr>
              <a:buSzPct val="90000"/>
              <a:buFont typeface="Wingdings" pitchFamily="2" charset="2"/>
              <a:buChar char=""/>
              <a:defRPr sz="22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260475" indent="-346075" algn="l" defTabSz="914400" rtl="0" eaLnBrk="1" latinLnBrk="0" hangingPunct="1">
              <a:spcBef>
                <a:spcPts val="6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Char char=""/>
              <a:defRPr sz="20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339725" algn="l" defTabSz="914400" rtl="0" eaLnBrk="1" latinLnBrk="0" hangingPunct="1">
              <a:spcBef>
                <a:spcPts val="600"/>
              </a:spcBef>
              <a:buClr>
                <a:schemeClr val="tx1">
                  <a:lumMod val="75000"/>
                  <a:lumOff val="25000"/>
                </a:schemeClr>
              </a:buClr>
              <a:buSzPct val="90000"/>
              <a:buFont typeface="Wingdings" pitchFamily="2" charset="2"/>
              <a:buChar char=""/>
              <a:defRPr sz="18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939925" indent="-331788" algn="l" defTabSz="914400" rtl="0" eaLnBrk="1" latinLnBrk="0" hangingPunct="1">
              <a:spcBef>
                <a:spcPts val="6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Char char=""/>
              <a:defRPr sz="18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290763" indent="-344488" algn="l" defTabSz="914400" rtl="0" eaLnBrk="1" latinLnBrk="0" hangingPunct="1">
              <a:spcBef>
                <a:spcPts val="600"/>
              </a:spcBef>
              <a:buClr>
                <a:schemeClr val="tx1">
                  <a:lumMod val="75000"/>
                  <a:lumOff val="25000"/>
                </a:schemeClr>
              </a:buClr>
              <a:buSzPct val="90000"/>
              <a:buFont typeface="Wingdings" pitchFamily="2" charset="2"/>
              <a:buChar char=""/>
              <a:defRPr lang="en-US" sz="1800" kern="1200" dirty="0" smtClean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625725" indent="-344488" algn="l" defTabSz="914400" rtl="0" eaLnBrk="1" latinLnBrk="0" hangingPunct="1">
              <a:spcBef>
                <a:spcPts val="6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Char char=""/>
              <a:defRPr lang="en-US" sz="1800" kern="1200" dirty="0" smtClean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2970213" indent="-344488" algn="l" defTabSz="914400" rtl="0" eaLnBrk="1" latinLnBrk="0" hangingPunct="1">
              <a:spcBef>
                <a:spcPts val="600"/>
              </a:spcBef>
              <a:buClr>
                <a:schemeClr val="tx1">
                  <a:lumMod val="75000"/>
                  <a:lumOff val="25000"/>
                </a:schemeClr>
              </a:buClr>
              <a:buSzPct val="90000"/>
              <a:buFont typeface="Wingdings" pitchFamily="2" charset="2"/>
              <a:buChar char=""/>
              <a:defRPr lang="en-US" sz="1800" kern="1200" dirty="0" smtClean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313113" indent="-344488" algn="l" defTabSz="914400" rtl="0" eaLnBrk="1" latinLnBrk="0" hangingPunct="1">
              <a:spcBef>
                <a:spcPts val="6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Char char=""/>
              <a:defRPr lang="en-US" sz="180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GB" sz="2000" dirty="0"/>
              <a:t>Inheritance is a fundamental concept in Object-Oriented programming.</a:t>
            </a:r>
          </a:p>
          <a:p>
            <a:r>
              <a:rPr lang="en-GB" sz="2000" dirty="0"/>
              <a:t>Many objects exist that share a lot of commonality between them. By using inheritance, subclasses</a:t>
            </a:r>
            <a:r>
              <a:rPr lang="en-GB" sz="2000" b="1" dirty="0"/>
              <a:t> “inherit” </a:t>
            </a:r>
            <a:r>
              <a:rPr lang="en-GB" sz="2000" dirty="0"/>
              <a:t>the</a:t>
            </a:r>
            <a:r>
              <a:rPr lang="en-GB" sz="2000" b="1" dirty="0"/>
              <a:t> </a:t>
            </a:r>
            <a:r>
              <a:rPr lang="en-GB" sz="2000" b="1" dirty="0">
                <a:solidFill>
                  <a:schemeClr val="accent3"/>
                </a:solidFill>
              </a:rPr>
              <a:t>public</a:t>
            </a:r>
            <a:r>
              <a:rPr lang="en-GB" sz="2000" b="1" dirty="0"/>
              <a:t> variables and methods </a:t>
            </a:r>
            <a:r>
              <a:rPr lang="en-GB" sz="2000" dirty="0"/>
              <a:t>of the </a:t>
            </a:r>
            <a:r>
              <a:rPr lang="en-GB" sz="2000" b="1" dirty="0"/>
              <a:t>superclass, </a:t>
            </a:r>
            <a:r>
              <a:rPr lang="en-GB" sz="2000" dirty="0"/>
              <a:t>in addition to their own variables and methods.</a:t>
            </a:r>
          </a:p>
          <a:p>
            <a:r>
              <a:rPr lang="en-GB" sz="2000" dirty="0"/>
              <a:t>Any private method or variables from the superclass will not be inherited.</a:t>
            </a:r>
          </a:p>
          <a:p>
            <a:r>
              <a:rPr lang="en-GB" sz="2000" dirty="0"/>
              <a:t>Inheritance helps to improve code re-use and minimise duplicate code among related classes.</a:t>
            </a:r>
          </a:p>
          <a:p>
            <a:endParaRPr lang="en-GB" sz="2000" dirty="0"/>
          </a:p>
          <a:p>
            <a:endParaRPr lang="en-GB" sz="2000" dirty="0"/>
          </a:p>
        </p:txBody>
      </p:sp>
      <p:grpSp>
        <p:nvGrpSpPr>
          <p:cNvPr id="16" name="Group 15">
            <a:extLst>
              <a:ext uri="{FF2B5EF4-FFF2-40B4-BE49-F238E27FC236}">
                <a16:creationId xmlns:a16="http://schemas.microsoft.com/office/drawing/2014/main" id="{E607DDD0-1BBD-D44C-8C0F-1310FC5FAE0C}"/>
              </a:ext>
            </a:extLst>
          </p:cNvPr>
          <p:cNvGrpSpPr/>
          <p:nvPr/>
        </p:nvGrpSpPr>
        <p:grpSpPr>
          <a:xfrm>
            <a:off x="284164" y="452718"/>
            <a:ext cx="7365210" cy="137411"/>
            <a:chOff x="284163" y="1577847"/>
            <a:chExt cx="8576373" cy="137411"/>
          </a:xfrm>
        </p:grpSpPr>
        <p:sp>
          <p:nvSpPr>
            <p:cNvPr id="17" name="Rectangle 16">
              <a:extLst>
                <a:ext uri="{FF2B5EF4-FFF2-40B4-BE49-F238E27FC236}">
                  <a16:creationId xmlns:a16="http://schemas.microsoft.com/office/drawing/2014/main" id="{C077BE92-6F6F-C841-93CD-C29216969ED8}"/>
                </a:ext>
              </a:extLst>
            </p:cNvPr>
            <p:cNvSpPr/>
            <p:nvPr/>
          </p:nvSpPr>
          <p:spPr>
            <a:xfrm>
              <a:off x="284163" y="1577847"/>
              <a:ext cx="1600200" cy="137411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8" name="Rectangle 17">
              <a:extLst>
                <a:ext uri="{FF2B5EF4-FFF2-40B4-BE49-F238E27FC236}">
                  <a16:creationId xmlns:a16="http://schemas.microsoft.com/office/drawing/2014/main" id="{E57C41E4-7AF3-004E-8068-33ADA0A24B07}"/>
                </a:ext>
              </a:extLst>
            </p:cNvPr>
            <p:cNvSpPr/>
            <p:nvPr/>
          </p:nvSpPr>
          <p:spPr>
            <a:xfrm>
              <a:off x="1885174" y="1577847"/>
              <a:ext cx="2743200" cy="137411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9" name="Rectangle 18">
              <a:extLst>
                <a:ext uri="{FF2B5EF4-FFF2-40B4-BE49-F238E27FC236}">
                  <a16:creationId xmlns:a16="http://schemas.microsoft.com/office/drawing/2014/main" id="{BCA130D5-D569-8047-92E5-B814A4555F50}"/>
                </a:ext>
              </a:extLst>
            </p:cNvPr>
            <p:cNvSpPr/>
            <p:nvPr/>
          </p:nvSpPr>
          <p:spPr>
            <a:xfrm>
              <a:off x="4626864" y="1577847"/>
              <a:ext cx="4233672" cy="137411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</p:grpSp>
      <p:pic>
        <p:nvPicPr>
          <p:cNvPr id="20" name="Picture 2" descr="Image result for AIUB logo">
            <a:extLst>
              <a:ext uri="{FF2B5EF4-FFF2-40B4-BE49-F238E27FC236}">
                <a16:creationId xmlns:a16="http://schemas.microsoft.com/office/drawing/2014/main" id="{D2C2A5DA-01D7-4047-AAF6-D311A1A9E1F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649374" y="55843"/>
            <a:ext cx="1279161" cy="128715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98597891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1">
            <a:extLst>
              <a:ext uri="{FF2B5EF4-FFF2-40B4-BE49-F238E27FC236}">
                <a16:creationId xmlns:a16="http://schemas.microsoft.com/office/drawing/2014/main" id="{6D2A1622-18B3-CF42-B5AD-82A5F9056952}"/>
              </a:ext>
            </a:extLst>
          </p:cNvPr>
          <p:cNvSpPr txBox="1">
            <a:spLocks/>
          </p:cNvSpPr>
          <p:nvPr/>
        </p:nvSpPr>
        <p:spPr>
          <a:xfrm>
            <a:off x="202131" y="678176"/>
            <a:ext cx="6865932" cy="1092799"/>
          </a:xfrm>
          <a:prstGeom prst="rect">
            <a:avLst/>
          </a:prstGeom>
        </p:spPr>
        <p:txBody>
          <a:bodyPr rtlCol="0">
            <a:normAutofit/>
          </a:bodyPr>
          <a:lstStyle>
            <a:lvl1pPr algn="r" defTabSz="914400" rtl="0" eaLnBrk="1" latinLnBrk="0" hangingPunct="1">
              <a:spcBef>
                <a:spcPct val="0"/>
              </a:spcBef>
              <a:buNone/>
              <a:defRPr sz="4200" kern="1200">
                <a:solidFill>
                  <a:schemeClr val="bg1"/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defRPr/>
            </a:pPr>
            <a:endParaRPr lang="en-US" b="1" cap="small" dirty="0">
              <a:solidFill>
                <a:schemeClr val="accent3">
                  <a:lumMod val="50000"/>
                </a:schemeClr>
              </a:solidFill>
            </a:endParaRPr>
          </a:p>
        </p:txBody>
      </p:sp>
      <p:sp>
        <p:nvSpPr>
          <p:cNvPr id="2" name="Subtitle 2"/>
          <p:cNvSpPr txBox="1">
            <a:spLocks/>
          </p:cNvSpPr>
          <p:nvPr/>
        </p:nvSpPr>
        <p:spPr>
          <a:xfrm>
            <a:off x="335494" y="731162"/>
            <a:ext cx="6543608" cy="493414"/>
          </a:xfrm>
          <a:prstGeom prst="rect">
            <a:avLst/>
          </a:prstGeom>
        </p:spPr>
        <p:txBody>
          <a:bodyPr>
            <a:normAutofit/>
          </a:bodyPr>
          <a:lstStyle>
            <a:lvl1pPr marL="454025" indent="-454025" algn="l" defTabSz="914400" rtl="0" eaLnBrk="1" latinLnBrk="0" hangingPunct="1">
              <a:spcBef>
                <a:spcPts val="20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Char char=""/>
              <a:defRPr sz="24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914400" indent="-457200" algn="l" defTabSz="914400" rtl="0" eaLnBrk="1" latinLnBrk="0" hangingPunct="1">
              <a:spcBef>
                <a:spcPts val="600"/>
              </a:spcBef>
              <a:buClr>
                <a:schemeClr val="tx1">
                  <a:lumMod val="75000"/>
                  <a:lumOff val="25000"/>
                </a:schemeClr>
              </a:buClr>
              <a:buSzPct val="90000"/>
              <a:buFont typeface="Wingdings" pitchFamily="2" charset="2"/>
              <a:buChar char=""/>
              <a:defRPr sz="22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260475" indent="-346075" algn="l" defTabSz="914400" rtl="0" eaLnBrk="1" latinLnBrk="0" hangingPunct="1">
              <a:spcBef>
                <a:spcPts val="6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Char char=""/>
              <a:defRPr sz="20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339725" algn="l" defTabSz="914400" rtl="0" eaLnBrk="1" latinLnBrk="0" hangingPunct="1">
              <a:spcBef>
                <a:spcPts val="600"/>
              </a:spcBef>
              <a:buClr>
                <a:schemeClr val="tx1">
                  <a:lumMod val="75000"/>
                  <a:lumOff val="25000"/>
                </a:schemeClr>
              </a:buClr>
              <a:buSzPct val="90000"/>
              <a:buFont typeface="Wingdings" pitchFamily="2" charset="2"/>
              <a:buChar char=""/>
              <a:defRPr sz="18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939925" indent="-331788" algn="l" defTabSz="914400" rtl="0" eaLnBrk="1" latinLnBrk="0" hangingPunct="1">
              <a:spcBef>
                <a:spcPts val="6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Char char=""/>
              <a:defRPr sz="18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290763" indent="-344488" algn="l" defTabSz="914400" rtl="0" eaLnBrk="1" latinLnBrk="0" hangingPunct="1">
              <a:spcBef>
                <a:spcPts val="600"/>
              </a:spcBef>
              <a:buClr>
                <a:schemeClr val="tx1">
                  <a:lumMod val="75000"/>
                  <a:lumOff val="25000"/>
                </a:schemeClr>
              </a:buClr>
              <a:buSzPct val="90000"/>
              <a:buFont typeface="Wingdings" pitchFamily="2" charset="2"/>
              <a:buChar char=""/>
              <a:defRPr lang="en-US" sz="1800" kern="1200" dirty="0" smtClean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625725" indent="-344488" algn="l" defTabSz="914400" rtl="0" eaLnBrk="1" latinLnBrk="0" hangingPunct="1">
              <a:spcBef>
                <a:spcPts val="6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Char char=""/>
              <a:defRPr lang="en-US" sz="1800" kern="1200" dirty="0" smtClean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2970213" indent="-344488" algn="l" defTabSz="914400" rtl="0" eaLnBrk="1" latinLnBrk="0" hangingPunct="1">
              <a:spcBef>
                <a:spcPts val="600"/>
              </a:spcBef>
              <a:buClr>
                <a:schemeClr val="tx1">
                  <a:lumMod val="75000"/>
                  <a:lumOff val="25000"/>
                </a:schemeClr>
              </a:buClr>
              <a:buSzPct val="90000"/>
              <a:buFont typeface="Wingdings" pitchFamily="2" charset="2"/>
              <a:buChar char=""/>
              <a:defRPr lang="en-US" sz="1800" kern="1200" dirty="0" smtClean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313113" indent="-344488" algn="l" defTabSz="914400" rtl="0" eaLnBrk="1" latinLnBrk="0" hangingPunct="1">
              <a:spcBef>
                <a:spcPts val="6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Char char=""/>
              <a:defRPr lang="en-US" sz="180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endParaRPr lang="en-US" sz="2600" b="1" dirty="0">
              <a:solidFill>
                <a:schemeClr val="tx1"/>
              </a:solidFill>
            </a:endParaRPr>
          </a:p>
        </p:txBody>
      </p:sp>
      <p:grpSp>
        <p:nvGrpSpPr>
          <p:cNvPr id="9" name="Group 8">
            <a:extLst>
              <a:ext uri="{FF2B5EF4-FFF2-40B4-BE49-F238E27FC236}">
                <a16:creationId xmlns:a16="http://schemas.microsoft.com/office/drawing/2014/main" id="{E46FB6F7-0574-6249-B9E4-D3549D0B3FB1}"/>
              </a:ext>
            </a:extLst>
          </p:cNvPr>
          <p:cNvGrpSpPr/>
          <p:nvPr/>
        </p:nvGrpSpPr>
        <p:grpSpPr>
          <a:xfrm>
            <a:off x="284164" y="452718"/>
            <a:ext cx="7365210" cy="137411"/>
            <a:chOff x="284163" y="1577847"/>
            <a:chExt cx="8576373" cy="137411"/>
          </a:xfrm>
        </p:grpSpPr>
        <p:sp>
          <p:nvSpPr>
            <p:cNvPr id="10" name="Rectangle 9">
              <a:extLst>
                <a:ext uri="{FF2B5EF4-FFF2-40B4-BE49-F238E27FC236}">
                  <a16:creationId xmlns:a16="http://schemas.microsoft.com/office/drawing/2014/main" id="{287AB7CF-0B42-1A43-993F-3E0B3129AF97}"/>
                </a:ext>
              </a:extLst>
            </p:cNvPr>
            <p:cNvSpPr/>
            <p:nvPr/>
          </p:nvSpPr>
          <p:spPr>
            <a:xfrm>
              <a:off x="284163" y="1577847"/>
              <a:ext cx="1600200" cy="137411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1" name="Rectangle 10">
              <a:extLst>
                <a:ext uri="{FF2B5EF4-FFF2-40B4-BE49-F238E27FC236}">
                  <a16:creationId xmlns:a16="http://schemas.microsoft.com/office/drawing/2014/main" id="{0FDD2DA8-6A58-8945-8370-0521B905F90B}"/>
                </a:ext>
              </a:extLst>
            </p:cNvPr>
            <p:cNvSpPr/>
            <p:nvPr/>
          </p:nvSpPr>
          <p:spPr>
            <a:xfrm>
              <a:off x="1885174" y="1577847"/>
              <a:ext cx="2743200" cy="137411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2" name="Rectangle 11">
              <a:extLst>
                <a:ext uri="{FF2B5EF4-FFF2-40B4-BE49-F238E27FC236}">
                  <a16:creationId xmlns:a16="http://schemas.microsoft.com/office/drawing/2014/main" id="{D421FBF4-4488-C440-91C1-36158F356C78}"/>
                </a:ext>
              </a:extLst>
            </p:cNvPr>
            <p:cNvSpPr/>
            <p:nvPr/>
          </p:nvSpPr>
          <p:spPr>
            <a:xfrm>
              <a:off x="4626864" y="1577847"/>
              <a:ext cx="4233672" cy="137411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</p:grpSp>
      <p:sp>
        <p:nvSpPr>
          <p:cNvPr id="14" name="Title 1">
            <a:extLst>
              <a:ext uri="{FF2B5EF4-FFF2-40B4-BE49-F238E27FC236}">
                <a16:creationId xmlns:a16="http://schemas.microsoft.com/office/drawing/2014/main" id="{DE765CB1-3D68-0348-826D-48E36E6084AD}"/>
              </a:ext>
            </a:extLst>
          </p:cNvPr>
          <p:cNvSpPr txBox="1">
            <a:spLocks/>
          </p:cNvSpPr>
          <p:nvPr/>
        </p:nvSpPr>
        <p:spPr>
          <a:xfrm>
            <a:off x="149001" y="452718"/>
            <a:ext cx="7704856" cy="908486"/>
          </a:xfrm>
          <a:prstGeom prst="rect">
            <a:avLst/>
          </a:prstGeom>
        </p:spPr>
        <p:txBody>
          <a:bodyPr/>
          <a:lstStyle>
            <a:lvl1pPr algn="r" defTabSz="914400" rtl="0" eaLnBrk="1" latinLnBrk="0" hangingPunct="1">
              <a:spcBef>
                <a:spcPct val="0"/>
              </a:spcBef>
              <a:buNone/>
              <a:defRPr sz="4200" kern="1200">
                <a:solidFill>
                  <a:schemeClr val="bg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en-GB" dirty="0">
                <a:solidFill>
                  <a:schemeClr val="tx1"/>
                </a:solidFill>
              </a:rPr>
              <a:t> Inheritance Hierarchies</a:t>
            </a:r>
          </a:p>
        </p:txBody>
      </p:sp>
      <p:sp>
        <p:nvSpPr>
          <p:cNvPr id="15" name="Content Placeholder 2">
            <a:extLst>
              <a:ext uri="{FF2B5EF4-FFF2-40B4-BE49-F238E27FC236}">
                <a16:creationId xmlns:a16="http://schemas.microsoft.com/office/drawing/2014/main" id="{B4FEAB48-9A3E-0F4F-A525-6358FFBAE428}"/>
              </a:ext>
            </a:extLst>
          </p:cNvPr>
          <p:cNvSpPr txBox="1">
            <a:spLocks/>
          </p:cNvSpPr>
          <p:nvPr/>
        </p:nvSpPr>
        <p:spPr>
          <a:xfrm>
            <a:off x="0" y="1532838"/>
            <a:ext cx="7704855" cy="1296144"/>
          </a:xfrm>
          <a:prstGeom prst="rect">
            <a:avLst/>
          </a:prstGeom>
        </p:spPr>
        <p:txBody>
          <a:bodyPr/>
          <a:lstStyle>
            <a:lvl1pPr marL="454025" indent="-454025" algn="l" defTabSz="914400" rtl="0" eaLnBrk="1" latinLnBrk="0" hangingPunct="1">
              <a:spcBef>
                <a:spcPts val="20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Char char=""/>
              <a:defRPr sz="24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914400" indent="-457200" algn="l" defTabSz="914400" rtl="0" eaLnBrk="1" latinLnBrk="0" hangingPunct="1">
              <a:spcBef>
                <a:spcPts val="600"/>
              </a:spcBef>
              <a:buClr>
                <a:schemeClr val="tx1">
                  <a:lumMod val="75000"/>
                  <a:lumOff val="25000"/>
                </a:schemeClr>
              </a:buClr>
              <a:buSzPct val="90000"/>
              <a:buFont typeface="Wingdings" pitchFamily="2" charset="2"/>
              <a:buChar char=""/>
              <a:defRPr sz="22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260475" indent="-346075" algn="l" defTabSz="914400" rtl="0" eaLnBrk="1" latinLnBrk="0" hangingPunct="1">
              <a:spcBef>
                <a:spcPts val="6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Char char=""/>
              <a:defRPr sz="20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339725" algn="l" defTabSz="914400" rtl="0" eaLnBrk="1" latinLnBrk="0" hangingPunct="1">
              <a:spcBef>
                <a:spcPts val="600"/>
              </a:spcBef>
              <a:buClr>
                <a:schemeClr val="tx1">
                  <a:lumMod val="75000"/>
                  <a:lumOff val="25000"/>
                </a:schemeClr>
              </a:buClr>
              <a:buSzPct val="90000"/>
              <a:buFont typeface="Wingdings" pitchFamily="2" charset="2"/>
              <a:buChar char=""/>
              <a:defRPr sz="18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939925" indent="-331788" algn="l" defTabSz="914400" rtl="0" eaLnBrk="1" latinLnBrk="0" hangingPunct="1">
              <a:spcBef>
                <a:spcPts val="6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Char char=""/>
              <a:defRPr sz="18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290763" indent="-344488" algn="l" defTabSz="914400" rtl="0" eaLnBrk="1" latinLnBrk="0" hangingPunct="1">
              <a:spcBef>
                <a:spcPts val="600"/>
              </a:spcBef>
              <a:buClr>
                <a:schemeClr val="tx1">
                  <a:lumMod val="75000"/>
                  <a:lumOff val="25000"/>
                </a:schemeClr>
              </a:buClr>
              <a:buSzPct val="90000"/>
              <a:buFont typeface="Wingdings" pitchFamily="2" charset="2"/>
              <a:buChar char=""/>
              <a:defRPr lang="en-US" sz="1800" kern="1200" dirty="0" smtClean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625725" indent="-344488" algn="l" defTabSz="914400" rtl="0" eaLnBrk="1" latinLnBrk="0" hangingPunct="1">
              <a:spcBef>
                <a:spcPts val="6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Char char=""/>
              <a:defRPr lang="en-US" sz="1800" kern="1200" dirty="0" smtClean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2970213" indent="-344488" algn="l" defTabSz="914400" rtl="0" eaLnBrk="1" latinLnBrk="0" hangingPunct="1">
              <a:spcBef>
                <a:spcPts val="600"/>
              </a:spcBef>
              <a:buClr>
                <a:schemeClr val="tx1">
                  <a:lumMod val="75000"/>
                  <a:lumOff val="25000"/>
                </a:schemeClr>
              </a:buClr>
              <a:buSzPct val="90000"/>
              <a:buFont typeface="Wingdings" pitchFamily="2" charset="2"/>
              <a:buChar char=""/>
              <a:defRPr lang="en-US" sz="1800" kern="1200" dirty="0" smtClean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313113" indent="-344488" algn="l" defTabSz="914400" rtl="0" eaLnBrk="1" latinLnBrk="0" hangingPunct="1">
              <a:spcBef>
                <a:spcPts val="6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Char char=""/>
              <a:defRPr lang="en-US" sz="180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GB" sz="2000"/>
              <a:t>We can represent inheritance among objects via an inheritance hierarchy.</a:t>
            </a:r>
          </a:p>
          <a:p>
            <a:endParaRPr lang="en-GB" sz="2000" dirty="0"/>
          </a:p>
        </p:txBody>
      </p:sp>
      <p:graphicFrame>
        <p:nvGraphicFramePr>
          <p:cNvPr id="16" name="Content Placeholder 3">
            <a:extLst>
              <a:ext uri="{FF2B5EF4-FFF2-40B4-BE49-F238E27FC236}">
                <a16:creationId xmlns:a16="http://schemas.microsoft.com/office/drawing/2014/main" id="{A995912D-B058-A74D-805C-47D4CC9E18BC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875363436"/>
              </p:ext>
            </p:extLst>
          </p:nvPr>
        </p:nvGraphicFramePr>
        <p:xfrm>
          <a:off x="702561" y="2329110"/>
          <a:ext cx="7488832" cy="3949899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  <p:grpSp>
        <p:nvGrpSpPr>
          <p:cNvPr id="17" name="Group 16">
            <a:extLst>
              <a:ext uri="{FF2B5EF4-FFF2-40B4-BE49-F238E27FC236}">
                <a16:creationId xmlns:a16="http://schemas.microsoft.com/office/drawing/2014/main" id="{A2914B27-6D34-BA40-8B12-5D9711792341}"/>
              </a:ext>
            </a:extLst>
          </p:cNvPr>
          <p:cNvGrpSpPr/>
          <p:nvPr/>
        </p:nvGrpSpPr>
        <p:grpSpPr>
          <a:xfrm>
            <a:off x="284164" y="452718"/>
            <a:ext cx="7365210" cy="137411"/>
            <a:chOff x="284163" y="1577847"/>
            <a:chExt cx="8576373" cy="137411"/>
          </a:xfrm>
        </p:grpSpPr>
        <p:sp>
          <p:nvSpPr>
            <p:cNvPr id="18" name="Rectangle 17">
              <a:extLst>
                <a:ext uri="{FF2B5EF4-FFF2-40B4-BE49-F238E27FC236}">
                  <a16:creationId xmlns:a16="http://schemas.microsoft.com/office/drawing/2014/main" id="{578E54CB-21D9-3B4E-ADE2-8B065FAA73E5}"/>
                </a:ext>
              </a:extLst>
            </p:cNvPr>
            <p:cNvSpPr/>
            <p:nvPr/>
          </p:nvSpPr>
          <p:spPr>
            <a:xfrm>
              <a:off x="284163" y="1577847"/>
              <a:ext cx="1600200" cy="137411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9" name="Rectangle 18">
              <a:extLst>
                <a:ext uri="{FF2B5EF4-FFF2-40B4-BE49-F238E27FC236}">
                  <a16:creationId xmlns:a16="http://schemas.microsoft.com/office/drawing/2014/main" id="{13DE35A1-C615-8D4D-A54B-EA2CCA5C097C}"/>
                </a:ext>
              </a:extLst>
            </p:cNvPr>
            <p:cNvSpPr/>
            <p:nvPr/>
          </p:nvSpPr>
          <p:spPr>
            <a:xfrm>
              <a:off x="1885174" y="1577847"/>
              <a:ext cx="2743200" cy="137411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20" name="Rectangle 19">
              <a:extLst>
                <a:ext uri="{FF2B5EF4-FFF2-40B4-BE49-F238E27FC236}">
                  <a16:creationId xmlns:a16="http://schemas.microsoft.com/office/drawing/2014/main" id="{F82E5141-F66B-7148-8EA3-77064E395A80}"/>
                </a:ext>
              </a:extLst>
            </p:cNvPr>
            <p:cNvSpPr/>
            <p:nvPr/>
          </p:nvSpPr>
          <p:spPr>
            <a:xfrm>
              <a:off x="4626864" y="1577847"/>
              <a:ext cx="4233672" cy="137411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</p:grpSp>
      <p:pic>
        <p:nvPicPr>
          <p:cNvPr id="21" name="Picture 2" descr="Image result for AIUB logo">
            <a:extLst>
              <a:ext uri="{FF2B5EF4-FFF2-40B4-BE49-F238E27FC236}">
                <a16:creationId xmlns:a16="http://schemas.microsoft.com/office/drawing/2014/main" id="{EED2FE63-A8AE-1246-A2C8-BD89A5DB82B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8" cstate="email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649374" y="55843"/>
            <a:ext cx="1279161" cy="128715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844257740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1">
            <a:extLst>
              <a:ext uri="{FF2B5EF4-FFF2-40B4-BE49-F238E27FC236}">
                <a16:creationId xmlns:a16="http://schemas.microsoft.com/office/drawing/2014/main" id="{6D2A1622-18B3-CF42-B5AD-82A5F9056952}"/>
              </a:ext>
            </a:extLst>
          </p:cNvPr>
          <p:cNvSpPr txBox="1">
            <a:spLocks/>
          </p:cNvSpPr>
          <p:nvPr/>
        </p:nvSpPr>
        <p:spPr>
          <a:xfrm>
            <a:off x="202131" y="678176"/>
            <a:ext cx="6865932" cy="1092799"/>
          </a:xfrm>
          <a:prstGeom prst="rect">
            <a:avLst/>
          </a:prstGeom>
        </p:spPr>
        <p:txBody>
          <a:bodyPr rtlCol="0">
            <a:normAutofit/>
          </a:bodyPr>
          <a:lstStyle>
            <a:lvl1pPr algn="r" defTabSz="914400" rtl="0" eaLnBrk="1" latinLnBrk="0" hangingPunct="1">
              <a:spcBef>
                <a:spcPct val="0"/>
              </a:spcBef>
              <a:buNone/>
              <a:defRPr sz="4200" kern="1200">
                <a:solidFill>
                  <a:schemeClr val="bg1"/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defRPr/>
            </a:pPr>
            <a:endParaRPr lang="en-US" b="1" cap="small" dirty="0">
              <a:solidFill>
                <a:schemeClr val="accent3">
                  <a:lumMod val="50000"/>
                </a:schemeClr>
              </a:solidFill>
            </a:endParaRPr>
          </a:p>
        </p:txBody>
      </p:sp>
      <p:sp>
        <p:nvSpPr>
          <p:cNvPr id="2" name="Subtitle 2"/>
          <p:cNvSpPr txBox="1">
            <a:spLocks/>
          </p:cNvSpPr>
          <p:nvPr/>
        </p:nvSpPr>
        <p:spPr>
          <a:xfrm>
            <a:off x="335494" y="731162"/>
            <a:ext cx="6543608" cy="493414"/>
          </a:xfrm>
          <a:prstGeom prst="rect">
            <a:avLst/>
          </a:prstGeom>
        </p:spPr>
        <p:txBody>
          <a:bodyPr>
            <a:normAutofit/>
          </a:bodyPr>
          <a:lstStyle>
            <a:lvl1pPr marL="454025" indent="-454025" algn="l" defTabSz="914400" rtl="0" eaLnBrk="1" latinLnBrk="0" hangingPunct="1">
              <a:spcBef>
                <a:spcPts val="20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Char char=""/>
              <a:defRPr sz="24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914400" indent="-457200" algn="l" defTabSz="914400" rtl="0" eaLnBrk="1" latinLnBrk="0" hangingPunct="1">
              <a:spcBef>
                <a:spcPts val="600"/>
              </a:spcBef>
              <a:buClr>
                <a:schemeClr val="tx1">
                  <a:lumMod val="75000"/>
                  <a:lumOff val="25000"/>
                </a:schemeClr>
              </a:buClr>
              <a:buSzPct val="90000"/>
              <a:buFont typeface="Wingdings" pitchFamily="2" charset="2"/>
              <a:buChar char=""/>
              <a:defRPr sz="22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260475" indent="-346075" algn="l" defTabSz="914400" rtl="0" eaLnBrk="1" latinLnBrk="0" hangingPunct="1">
              <a:spcBef>
                <a:spcPts val="6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Char char=""/>
              <a:defRPr sz="20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339725" algn="l" defTabSz="914400" rtl="0" eaLnBrk="1" latinLnBrk="0" hangingPunct="1">
              <a:spcBef>
                <a:spcPts val="600"/>
              </a:spcBef>
              <a:buClr>
                <a:schemeClr val="tx1">
                  <a:lumMod val="75000"/>
                  <a:lumOff val="25000"/>
                </a:schemeClr>
              </a:buClr>
              <a:buSzPct val="90000"/>
              <a:buFont typeface="Wingdings" pitchFamily="2" charset="2"/>
              <a:buChar char=""/>
              <a:defRPr sz="18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939925" indent="-331788" algn="l" defTabSz="914400" rtl="0" eaLnBrk="1" latinLnBrk="0" hangingPunct="1">
              <a:spcBef>
                <a:spcPts val="6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Char char=""/>
              <a:defRPr sz="18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290763" indent="-344488" algn="l" defTabSz="914400" rtl="0" eaLnBrk="1" latinLnBrk="0" hangingPunct="1">
              <a:spcBef>
                <a:spcPts val="600"/>
              </a:spcBef>
              <a:buClr>
                <a:schemeClr val="tx1">
                  <a:lumMod val="75000"/>
                  <a:lumOff val="25000"/>
                </a:schemeClr>
              </a:buClr>
              <a:buSzPct val="90000"/>
              <a:buFont typeface="Wingdings" pitchFamily="2" charset="2"/>
              <a:buChar char=""/>
              <a:defRPr lang="en-US" sz="1800" kern="1200" dirty="0" smtClean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625725" indent="-344488" algn="l" defTabSz="914400" rtl="0" eaLnBrk="1" latinLnBrk="0" hangingPunct="1">
              <a:spcBef>
                <a:spcPts val="6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Char char=""/>
              <a:defRPr lang="en-US" sz="1800" kern="1200" dirty="0" smtClean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2970213" indent="-344488" algn="l" defTabSz="914400" rtl="0" eaLnBrk="1" latinLnBrk="0" hangingPunct="1">
              <a:spcBef>
                <a:spcPts val="600"/>
              </a:spcBef>
              <a:buClr>
                <a:schemeClr val="tx1">
                  <a:lumMod val="75000"/>
                  <a:lumOff val="25000"/>
                </a:schemeClr>
              </a:buClr>
              <a:buSzPct val="90000"/>
              <a:buFont typeface="Wingdings" pitchFamily="2" charset="2"/>
              <a:buChar char=""/>
              <a:defRPr lang="en-US" sz="1800" kern="1200" dirty="0" smtClean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313113" indent="-344488" algn="l" defTabSz="914400" rtl="0" eaLnBrk="1" latinLnBrk="0" hangingPunct="1">
              <a:spcBef>
                <a:spcPts val="6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Char char=""/>
              <a:defRPr lang="en-US" sz="180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endParaRPr lang="en-US" sz="2600" b="1" dirty="0">
              <a:solidFill>
                <a:schemeClr val="tx1"/>
              </a:solidFill>
            </a:endParaRPr>
          </a:p>
        </p:txBody>
      </p:sp>
      <p:grpSp>
        <p:nvGrpSpPr>
          <p:cNvPr id="9" name="Group 8">
            <a:extLst>
              <a:ext uri="{FF2B5EF4-FFF2-40B4-BE49-F238E27FC236}">
                <a16:creationId xmlns:a16="http://schemas.microsoft.com/office/drawing/2014/main" id="{E46FB6F7-0574-6249-B9E4-D3549D0B3FB1}"/>
              </a:ext>
            </a:extLst>
          </p:cNvPr>
          <p:cNvGrpSpPr/>
          <p:nvPr/>
        </p:nvGrpSpPr>
        <p:grpSpPr>
          <a:xfrm>
            <a:off x="284164" y="452718"/>
            <a:ext cx="7365210" cy="137411"/>
            <a:chOff x="284163" y="1577847"/>
            <a:chExt cx="8576373" cy="137411"/>
          </a:xfrm>
        </p:grpSpPr>
        <p:sp>
          <p:nvSpPr>
            <p:cNvPr id="10" name="Rectangle 9">
              <a:extLst>
                <a:ext uri="{FF2B5EF4-FFF2-40B4-BE49-F238E27FC236}">
                  <a16:creationId xmlns:a16="http://schemas.microsoft.com/office/drawing/2014/main" id="{287AB7CF-0B42-1A43-993F-3E0B3129AF97}"/>
                </a:ext>
              </a:extLst>
            </p:cNvPr>
            <p:cNvSpPr/>
            <p:nvPr/>
          </p:nvSpPr>
          <p:spPr>
            <a:xfrm>
              <a:off x="284163" y="1577847"/>
              <a:ext cx="1600200" cy="137411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1" name="Rectangle 10">
              <a:extLst>
                <a:ext uri="{FF2B5EF4-FFF2-40B4-BE49-F238E27FC236}">
                  <a16:creationId xmlns:a16="http://schemas.microsoft.com/office/drawing/2014/main" id="{0FDD2DA8-6A58-8945-8370-0521B905F90B}"/>
                </a:ext>
              </a:extLst>
            </p:cNvPr>
            <p:cNvSpPr/>
            <p:nvPr/>
          </p:nvSpPr>
          <p:spPr>
            <a:xfrm>
              <a:off x="1885174" y="1577847"/>
              <a:ext cx="2743200" cy="137411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2" name="Rectangle 11">
              <a:extLst>
                <a:ext uri="{FF2B5EF4-FFF2-40B4-BE49-F238E27FC236}">
                  <a16:creationId xmlns:a16="http://schemas.microsoft.com/office/drawing/2014/main" id="{D421FBF4-4488-C440-91C1-36158F356C78}"/>
                </a:ext>
              </a:extLst>
            </p:cNvPr>
            <p:cNvSpPr/>
            <p:nvPr/>
          </p:nvSpPr>
          <p:spPr>
            <a:xfrm>
              <a:off x="4626864" y="1577847"/>
              <a:ext cx="4233672" cy="137411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</p:grpSp>
      <p:sp>
        <p:nvSpPr>
          <p:cNvPr id="14" name="Title 1">
            <a:extLst>
              <a:ext uri="{FF2B5EF4-FFF2-40B4-BE49-F238E27FC236}">
                <a16:creationId xmlns:a16="http://schemas.microsoft.com/office/drawing/2014/main" id="{D9499C87-EA80-8A44-87DE-7389AB08DF2C}"/>
              </a:ext>
            </a:extLst>
          </p:cNvPr>
          <p:cNvSpPr txBox="1">
            <a:spLocks/>
          </p:cNvSpPr>
          <p:nvPr/>
        </p:nvSpPr>
        <p:spPr>
          <a:xfrm>
            <a:off x="215465" y="590129"/>
            <a:ext cx="7704856" cy="908486"/>
          </a:xfrm>
          <a:prstGeom prst="rect">
            <a:avLst/>
          </a:prstGeom>
        </p:spPr>
        <p:txBody>
          <a:bodyPr/>
          <a:lstStyle>
            <a:lvl1pPr algn="r" defTabSz="914400" rtl="0" eaLnBrk="1" latinLnBrk="0" hangingPunct="1">
              <a:spcBef>
                <a:spcPct val="0"/>
              </a:spcBef>
              <a:buNone/>
              <a:defRPr sz="4200" kern="1200">
                <a:solidFill>
                  <a:schemeClr val="bg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en-GB" dirty="0">
                <a:solidFill>
                  <a:schemeClr val="tx1"/>
                </a:solidFill>
              </a:rPr>
              <a:t>IS-A Relationship</a:t>
            </a:r>
          </a:p>
        </p:txBody>
      </p:sp>
      <p:sp>
        <p:nvSpPr>
          <p:cNvPr id="15" name="Content Placeholder 2">
            <a:extLst>
              <a:ext uri="{FF2B5EF4-FFF2-40B4-BE49-F238E27FC236}">
                <a16:creationId xmlns:a16="http://schemas.microsoft.com/office/drawing/2014/main" id="{2559B678-F309-CC43-BD72-0EC5EFDB8CF5}"/>
              </a:ext>
            </a:extLst>
          </p:cNvPr>
          <p:cNvSpPr txBox="1">
            <a:spLocks/>
          </p:cNvSpPr>
          <p:nvPr/>
        </p:nvSpPr>
        <p:spPr>
          <a:xfrm>
            <a:off x="215465" y="1586662"/>
            <a:ext cx="7704855" cy="4896544"/>
          </a:xfrm>
          <a:prstGeom prst="rect">
            <a:avLst/>
          </a:prstGeom>
        </p:spPr>
        <p:txBody>
          <a:bodyPr/>
          <a:lstStyle>
            <a:lvl1pPr marL="454025" indent="-454025" algn="l" defTabSz="914400" rtl="0" eaLnBrk="1" latinLnBrk="0" hangingPunct="1">
              <a:spcBef>
                <a:spcPts val="20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Char char=""/>
              <a:defRPr sz="24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914400" indent="-457200" algn="l" defTabSz="914400" rtl="0" eaLnBrk="1" latinLnBrk="0" hangingPunct="1">
              <a:spcBef>
                <a:spcPts val="600"/>
              </a:spcBef>
              <a:buClr>
                <a:schemeClr val="tx1">
                  <a:lumMod val="75000"/>
                  <a:lumOff val="25000"/>
                </a:schemeClr>
              </a:buClr>
              <a:buSzPct val="90000"/>
              <a:buFont typeface="Wingdings" pitchFamily="2" charset="2"/>
              <a:buChar char=""/>
              <a:defRPr sz="22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260475" indent="-346075" algn="l" defTabSz="914400" rtl="0" eaLnBrk="1" latinLnBrk="0" hangingPunct="1">
              <a:spcBef>
                <a:spcPts val="6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Char char=""/>
              <a:defRPr sz="20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339725" algn="l" defTabSz="914400" rtl="0" eaLnBrk="1" latinLnBrk="0" hangingPunct="1">
              <a:spcBef>
                <a:spcPts val="600"/>
              </a:spcBef>
              <a:buClr>
                <a:schemeClr val="tx1">
                  <a:lumMod val="75000"/>
                  <a:lumOff val="25000"/>
                </a:schemeClr>
              </a:buClr>
              <a:buSzPct val="90000"/>
              <a:buFont typeface="Wingdings" pitchFamily="2" charset="2"/>
              <a:buChar char=""/>
              <a:defRPr sz="18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939925" indent="-331788" algn="l" defTabSz="914400" rtl="0" eaLnBrk="1" latinLnBrk="0" hangingPunct="1">
              <a:spcBef>
                <a:spcPts val="6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Char char=""/>
              <a:defRPr sz="18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290763" indent="-344488" algn="l" defTabSz="914400" rtl="0" eaLnBrk="1" latinLnBrk="0" hangingPunct="1">
              <a:spcBef>
                <a:spcPts val="600"/>
              </a:spcBef>
              <a:buClr>
                <a:schemeClr val="tx1">
                  <a:lumMod val="75000"/>
                  <a:lumOff val="25000"/>
                </a:schemeClr>
              </a:buClr>
              <a:buSzPct val="90000"/>
              <a:buFont typeface="Wingdings" pitchFamily="2" charset="2"/>
              <a:buChar char=""/>
              <a:defRPr lang="en-US" sz="1800" kern="1200" dirty="0" smtClean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625725" indent="-344488" algn="l" defTabSz="914400" rtl="0" eaLnBrk="1" latinLnBrk="0" hangingPunct="1">
              <a:spcBef>
                <a:spcPts val="6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Char char=""/>
              <a:defRPr lang="en-US" sz="1800" kern="1200" dirty="0" smtClean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2970213" indent="-344488" algn="l" defTabSz="914400" rtl="0" eaLnBrk="1" latinLnBrk="0" hangingPunct="1">
              <a:spcBef>
                <a:spcPts val="600"/>
              </a:spcBef>
              <a:buClr>
                <a:schemeClr val="tx1">
                  <a:lumMod val="75000"/>
                  <a:lumOff val="25000"/>
                </a:schemeClr>
              </a:buClr>
              <a:buSzPct val="90000"/>
              <a:buFont typeface="Wingdings" pitchFamily="2" charset="2"/>
              <a:buChar char=""/>
              <a:defRPr lang="en-US" sz="1800" kern="1200" dirty="0" smtClean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313113" indent="-344488" algn="l" defTabSz="914400" rtl="0" eaLnBrk="1" latinLnBrk="0" hangingPunct="1">
              <a:spcBef>
                <a:spcPts val="6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Char char=""/>
              <a:defRPr lang="en-US" sz="180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GB" sz="1800" dirty="0"/>
              <a:t>Use the </a:t>
            </a:r>
            <a:r>
              <a:rPr lang="en-GB" sz="1800" b="1" dirty="0">
                <a:solidFill>
                  <a:srgbClr val="000090"/>
                </a:solidFill>
              </a:rPr>
              <a:t>IS-A</a:t>
            </a:r>
            <a:r>
              <a:rPr lang="en-GB" sz="1800" dirty="0"/>
              <a:t> test to verify that your inheritance hierarchy is valid.</a:t>
            </a:r>
          </a:p>
          <a:p>
            <a:r>
              <a:rPr lang="en-GB" sz="1800" dirty="0"/>
              <a:t>A Dog </a:t>
            </a:r>
            <a:r>
              <a:rPr lang="en-GB" sz="1800" b="1" dirty="0">
                <a:solidFill>
                  <a:srgbClr val="008000"/>
                </a:solidFill>
              </a:rPr>
              <a:t>IS-A</a:t>
            </a:r>
            <a:r>
              <a:rPr lang="en-GB" sz="1800" dirty="0"/>
              <a:t> Animal – makes sense, therefore the Dog class can inherit from an Animal class.</a:t>
            </a:r>
          </a:p>
          <a:p>
            <a:r>
              <a:rPr lang="en-GB" sz="1800" dirty="0"/>
              <a:t>A Door </a:t>
            </a:r>
            <a:r>
              <a:rPr lang="en-GB" sz="1800" b="1" dirty="0">
                <a:solidFill>
                  <a:srgbClr val="800000"/>
                </a:solidFill>
              </a:rPr>
              <a:t>IS-A</a:t>
            </a:r>
            <a:r>
              <a:rPr lang="en-GB" sz="1800" dirty="0"/>
              <a:t> Car– doesn’t make sense, so the Door class shouldn’t inherit from the Car class.</a:t>
            </a:r>
          </a:p>
          <a:p>
            <a:r>
              <a:rPr lang="en-GB" sz="1800" dirty="0"/>
              <a:t>An Animal </a:t>
            </a:r>
            <a:r>
              <a:rPr lang="en-GB" sz="1800" b="1" dirty="0">
                <a:solidFill>
                  <a:srgbClr val="800000"/>
                </a:solidFill>
              </a:rPr>
              <a:t>IS-A </a:t>
            </a:r>
            <a:r>
              <a:rPr lang="en-GB" sz="1800" dirty="0"/>
              <a:t>Dog – doesn’t make sense. A Dog IS-A Animal, but an Animal is not a Dog. </a:t>
            </a:r>
          </a:p>
          <a:p>
            <a:r>
              <a:rPr lang="en-GB" sz="1800" dirty="0"/>
              <a:t>The IS-A test only works in </a:t>
            </a:r>
            <a:r>
              <a:rPr lang="en-GB" sz="1800" b="1" dirty="0"/>
              <a:t>one direction </a:t>
            </a:r>
            <a:r>
              <a:rPr lang="en-GB" sz="1800" dirty="0"/>
              <a:t>i.e. a Cat IS-A Animal, but an Animal is not a Cat.</a:t>
            </a:r>
          </a:p>
          <a:p>
            <a:endParaRPr lang="en-GB" sz="1800" dirty="0"/>
          </a:p>
          <a:p>
            <a:endParaRPr lang="en-GB" sz="1800" dirty="0"/>
          </a:p>
          <a:p>
            <a:endParaRPr lang="en-GB" sz="1800" dirty="0"/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252E3C5E-CE21-D047-8AAC-35931414E705}"/>
              </a:ext>
            </a:extLst>
          </p:cNvPr>
          <p:cNvSpPr txBox="1"/>
          <p:nvPr/>
        </p:nvSpPr>
        <p:spPr>
          <a:xfrm>
            <a:off x="5089933" y="1182479"/>
            <a:ext cx="18466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US" dirty="0"/>
          </a:p>
        </p:txBody>
      </p:sp>
      <p:grpSp>
        <p:nvGrpSpPr>
          <p:cNvPr id="17" name="Group 16">
            <a:extLst>
              <a:ext uri="{FF2B5EF4-FFF2-40B4-BE49-F238E27FC236}">
                <a16:creationId xmlns:a16="http://schemas.microsoft.com/office/drawing/2014/main" id="{4C4AC714-CF26-4E44-AF76-332A25BE376C}"/>
              </a:ext>
            </a:extLst>
          </p:cNvPr>
          <p:cNvGrpSpPr/>
          <p:nvPr/>
        </p:nvGrpSpPr>
        <p:grpSpPr>
          <a:xfrm>
            <a:off x="284164" y="452718"/>
            <a:ext cx="7365210" cy="137411"/>
            <a:chOff x="284163" y="1577847"/>
            <a:chExt cx="8576373" cy="137411"/>
          </a:xfrm>
        </p:grpSpPr>
        <p:sp>
          <p:nvSpPr>
            <p:cNvPr id="18" name="Rectangle 17">
              <a:extLst>
                <a:ext uri="{FF2B5EF4-FFF2-40B4-BE49-F238E27FC236}">
                  <a16:creationId xmlns:a16="http://schemas.microsoft.com/office/drawing/2014/main" id="{9B800656-60F8-6248-B62C-9EF86E66447B}"/>
                </a:ext>
              </a:extLst>
            </p:cNvPr>
            <p:cNvSpPr/>
            <p:nvPr/>
          </p:nvSpPr>
          <p:spPr>
            <a:xfrm>
              <a:off x="284163" y="1577847"/>
              <a:ext cx="1600200" cy="137411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9" name="Rectangle 18">
              <a:extLst>
                <a:ext uri="{FF2B5EF4-FFF2-40B4-BE49-F238E27FC236}">
                  <a16:creationId xmlns:a16="http://schemas.microsoft.com/office/drawing/2014/main" id="{DF4594D8-A69D-6541-A80D-AAFC559CBAD5}"/>
                </a:ext>
              </a:extLst>
            </p:cNvPr>
            <p:cNvSpPr/>
            <p:nvPr/>
          </p:nvSpPr>
          <p:spPr>
            <a:xfrm>
              <a:off x="1885174" y="1577847"/>
              <a:ext cx="2743200" cy="137411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20" name="Rectangle 19">
              <a:extLst>
                <a:ext uri="{FF2B5EF4-FFF2-40B4-BE49-F238E27FC236}">
                  <a16:creationId xmlns:a16="http://schemas.microsoft.com/office/drawing/2014/main" id="{11D8719A-6ACD-B940-A6F4-E27365337B5E}"/>
                </a:ext>
              </a:extLst>
            </p:cNvPr>
            <p:cNvSpPr/>
            <p:nvPr/>
          </p:nvSpPr>
          <p:spPr>
            <a:xfrm>
              <a:off x="4626864" y="1577847"/>
              <a:ext cx="4233672" cy="137411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</p:grpSp>
      <p:pic>
        <p:nvPicPr>
          <p:cNvPr id="21" name="Picture 2" descr="Image result for AIUB logo">
            <a:extLst>
              <a:ext uri="{FF2B5EF4-FFF2-40B4-BE49-F238E27FC236}">
                <a16:creationId xmlns:a16="http://schemas.microsoft.com/office/drawing/2014/main" id="{A6B6F74A-14F7-A145-B989-C525A4FC9D3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649374" y="55843"/>
            <a:ext cx="1279161" cy="128715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391545597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1">
            <a:extLst>
              <a:ext uri="{FF2B5EF4-FFF2-40B4-BE49-F238E27FC236}">
                <a16:creationId xmlns:a16="http://schemas.microsoft.com/office/drawing/2014/main" id="{6D2A1622-18B3-CF42-B5AD-82A5F9056952}"/>
              </a:ext>
            </a:extLst>
          </p:cNvPr>
          <p:cNvSpPr txBox="1">
            <a:spLocks/>
          </p:cNvSpPr>
          <p:nvPr/>
        </p:nvSpPr>
        <p:spPr>
          <a:xfrm>
            <a:off x="202131" y="678176"/>
            <a:ext cx="6865932" cy="1092799"/>
          </a:xfrm>
          <a:prstGeom prst="rect">
            <a:avLst/>
          </a:prstGeom>
        </p:spPr>
        <p:txBody>
          <a:bodyPr rtlCol="0">
            <a:normAutofit/>
          </a:bodyPr>
          <a:lstStyle>
            <a:lvl1pPr algn="r" defTabSz="914400" rtl="0" eaLnBrk="1" latinLnBrk="0" hangingPunct="1">
              <a:spcBef>
                <a:spcPct val="0"/>
              </a:spcBef>
              <a:buNone/>
              <a:defRPr sz="4200" kern="1200">
                <a:solidFill>
                  <a:schemeClr val="bg1"/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defRPr/>
            </a:pPr>
            <a:endParaRPr lang="en-US" b="1" cap="small" dirty="0">
              <a:solidFill>
                <a:schemeClr val="accent3">
                  <a:lumMod val="50000"/>
                </a:schemeClr>
              </a:solidFill>
            </a:endParaRPr>
          </a:p>
        </p:txBody>
      </p:sp>
      <p:sp>
        <p:nvSpPr>
          <p:cNvPr id="2" name="Subtitle 2"/>
          <p:cNvSpPr txBox="1">
            <a:spLocks/>
          </p:cNvSpPr>
          <p:nvPr/>
        </p:nvSpPr>
        <p:spPr>
          <a:xfrm>
            <a:off x="335494" y="731162"/>
            <a:ext cx="6543608" cy="493414"/>
          </a:xfrm>
          <a:prstGeom prst="rect">
            <a:avLst/>
          </a:prstGeom>
        </p:spPr>
        <p:txBody>
          <a:bodyPr>
            <a:normAutofit/>
          </a:bodyPr>
          <a:lstStyle>
            <a:lvl1pPr marL="454025" indent="-454025" algn="l" defTabSz="914400" rtl="0" eaLnBrk="1" latinLnBrk="0" hangingPunct="1">
              <a:spcBef>
                <a:spcPts val="20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Char char=""/>
              <a:defRPr sz="24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914400" indent="-457200" algn="l" defTabSz="914400" rtl="0" eaLnBrk="1" latinLnBrk="0" hangingPunct="1">
              <a:spcBef>
                <a:spcPts val="600"/>
              </a:spcBef>
              <a:buClr>
                <a:schemeClr val="tx1">
                  <a:lumMod val="75000"/>
                  <a:lumOff val="25000"/>
                </a:schemeClr>
              </a:buClr>
              <a:buSzPct val="90000"/>
              <a:buFont typeface="Wingdings" pitchFamily="2" charset="2"/>
              <a:buChar char=""/>
              <a:defRPr sz="22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260475" indent="-346075" algn="l" defTabSz="914400" rtl="0" eaLnBrk="1" latinLnBrk="0" hangingPunct="1">
              <a:spcBef>
                <a:spcPts val="6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Char char=""/>
              <a:defRPr sz="20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339725" algn="l" defTabSz="914400" rtl="0" eaLnBrk="1" latinLnBrk="0" hangingPunct="1">
              <a:spcBef>
                <a:spcPts val="600"/>
              </a:spcBef>
              <a:buClr>
                <a:schemeClr val="tx1">
                  <a:lumMod val="75000"/>
                  <a:lumOff val="25000"/>
                </a:schemeClr>
              </a:buClr>
              <a:buSzPct val="90000"/>
              <a:buFont typeface="Wingdings" pitchFamily="2" charset="2"/>
              <a:buChar char=""/>
              <a:defRPr sz="18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939925" indent="-331788" algn="l" defTabSz="914400" rtl="0" eaLnBrk="1" latinLnBrk="0" hangingPunct="1">
              <a:spcBef>
                <a:spcPts val="6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Char char=""/>
              <a:defRPr sz="18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290763" indent="-344488" algn="l" defTabSz="914400" rtl="0" eaLnBrk="1" latinLnBrk="0" hangingPunct="1">
              <a:spcBef>
                <a:spcPts val="600"/>
              </a:spcBef>
              <a:buClr>
                <a:schemeClr val="tx1">
                  <a:lumMod val="75000"/>
                  <a:lumOff val="25000"/>
                </a:schemeClr>
              </a:buClr>
              <a:buSzPct val="90000"/>
              <a:buFont typeface="Wingdings" pitchFamily="2" charset="2"/>
              <a:buChar char=""/>
              <a:defRPr lang="en-US" sz="1800" kern="1200" dirty="0" smtClean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625725" indent="-344488" algn="l" defTabSz="914400" rtl="0" eaLnBrk="1" latinLnBrk="0" hangingPunct="1">
              <a:spcBef>
                <a:spcPts val="6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Char char=""/>
              <a:defRPr lang="en-US" sz="1800" kern="1200" dirty="0" smtClean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2970213" indent="-344488" algn="l" defTabSz="914400" rtl="0" eaLnBrk="1" latinLnBrk="0" hangingPunct="1">
              <a:spcBef>
                <a:spcPts val="600"/>
              </a:spcBef>
              <a:buClr>
                <a:schemeClr val="tx1">
                  <a:lumMod val="75000"/>
                  <a:lumOff val="25000"/>
                </a:schemeClr>
              </a:buClr>
              <a:buSzPct val="90000"/>
              <a:buFont typeface="Wingdings" pitchFamily="2" charset="2"/>
              <a:buChar char=""/>
              <a:defRPr lang="en-US" sz="1800" kern="1200" dirty="0" smtClean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313113" indent="-344488" algn="l" defTabSz="914400" rtl="0" eaLnBrk="1" latinLnBrk="0" hangingPunct="1">
              <a:spcBef>
                <a:spcPts val="6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Char char=""/>
              <a:defRPr lang="en-US" sz="180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endParaRPr lang="en-US" sz="2600" b="1" dirty="0">
              <a:solidFill>
                <a:schemeClr val="tx1"/>
              </a:solidFill>
            </a:endParaRPr>
          </a:p>
        </p:txBody>
      </p:sp>
      <p:grpSp>
        <p:nvGrpSpPr>
          <p:cNvPr id="9" name="Group 8">
            <a:extLst>
              <a:ext uri="{FF2B5EF4-FFF2-40B4-BE49-F238E27FC236}">
                <a16:creationId xmlns:a16="http://schemas.microsoft.com/office/drawing/2014/main" id="{E46FB6F7-0574-6249-B9E4-D3549D0B3FB1}"/>
              </a:ext>
            </a:extLst>
          </p:cNvPr>
          <p:cNvGrpSpPr/>
          <p:nvPr/>
        </p:nvGrpSpPr>
        <p:grpSpPr>
          <a:xfrm>
            <a:off x="284164" y="452718"/>
            <a:ext cx="7365210" cy="137411"/>
            <a:chOff x="284163" y="1577847"/>
            <a:chExt cx="8576373" cy="137411"/>
          </a:xfrm>
        </p:grpSpPr>
        <p:sp>
          <p:nvSpPr>
            <p:cNvPr id="10" name="Rectangle 9">
              <a:extLst>
                <a:ext uri="{FF2B5EF4-FFF2-40B4-BE49-F238E27FC236}">
                  <a16:creationId xmlns:a16="http://schemas.microsoft.com/office/drawing/2014/main" id="{287AB7CF-0B42-1A43-993F-3E0B3129AF97}"/>
                </a:ext>
              </a:extLst>
            </p:cNvPr>
            <p:cNvSpPr/>
            <p:nvPr/>
          </p:nvSpPr>
          <p:spPr>
            <a:xfrm>
              <a:off x="284163" y="1577847"/>
              <a:ext cx="1600200" cy="137411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1" name="Rectangle 10">
              <a:extLst>
                <a:ext uri="{FF2B5EF4-FFF2-40B4-BE49-F238E27FC236}">
                  <a16:creationId xmlns:a16="http://schemas.microsoft.com/office/drawing/2014/main" id="{0FDD2DA8-6A58-8945-8370-0521B905F90B}"/>
                </a:ext>
              </a:extLst>
            </p:cNvPr>
            <p:cNvSpPr/>
            <p:nvPr/>
          </p:nvSpPr>
          <p:spPr>
            <a:xfrm>
              <a:off x="1885174" y="1577847"/>
              <a:ext cx="2743200" cy="137411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2" name="Rectangle 11">
              <a:extLst>
                <a:ext uri="{FF2B5EF4-FFF2-40B4-BE49-F238E27FC236}">
                  <a16:creationId xmlns:a16="http://schemas.microsoft.com/office/drawing/2014/main" id="{D421FBF4-4488-C440-91C1-36158F356C78}"/>
                </a:ext>
              </a:extLst>
            </p:cNvPr>
            <p:cNvSpPr/>
            <p:nvPr/>
          </p:nvSpPr>
          <p:spPr>
            <a:xfrm>
              <a:off x="4626864" y="1577847"/>
              <a:ext cx="4233672" cy="137411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</p:grpSp>
      <p:sp>
        <p:nvSpPr>
          <p:cNvPr id="14" name="Title 1">
            <a:extLst>
              <a:ext uri="{FF2B5EF4-FFF2-40B4-BE49-F238E27FC236}">
                <a16:creationId xmlns:a16="http://schemas.microsoft.com/office/drawing/2014/main" id="{BA6C60B8-38B9-3242-BD6E-67485E43609C}"/>
              </a:ext>
            </a:extLst>
          </p:cNvPr>
          <p:cNvSpPr txBox="1">
            <a:spLocks/>
          </p:cNvSpPr>
          <p:nvPr/>
        </p:nvSpPr>
        <p:spPr>
          <a:xfrm>
            <a:off x="197160" y="594694"/>
            <a:ext cx="7704856" cy="908486"/>
          </a:xfrm>
          <a:prstGeom prst="rect">
            <a:avLst/>
          </a:prstGeom>
        </p:spPr>
        <p:txBody>
          <a:bodyPr/>
          <a:lstStyle>
            <a:lvl1pPr algn="r" defTabSz="914400" rtl="0" eaLnBrk="1" latinLnBrk="0" hangingPunct="1">
              <a:spcBef>
                <a:spcPct val="0"/>
              </a:spcBef>
              <a:buNone/>
              <a:defRPr sz="4200" kern="1200">
                <a:solidFill>
                  <a:schemeClr val="bg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en-GB" dirty="0">
                <a:solidFill>
                  <a:schemeClr val="tx1"/>
                </a:solidFill>
              </a:rPr>
              <a:t>HAS-A Relationships</a:t>
            </a:r>
          </a:p>
        </p:txBody>
      </p:sp>
      <p:sp>
        <p:nvSpPr>
          <p:cNvPr id="15" name="Content Placeholder 2">
            <a:extLst>
              <a:ext uri="{FF2B5EF4-FFF2-40B4-BE49-F238E27FC236}">
                <a16:creationId xmlns:a16="http://schemas.microsoft.com/office/drawing/2014/main" id="{71B63DC2-0E84-204D-BDC9-5C1F0A02B953}"/>
              </a:ext>
            </a:extLst>
          </p:cNvPr>
          <p:cNvSpPr txBox="1">
            <a:spLocks/>
          </p:cNvSpPr>
          <p:nvPr/>
        </p:nvSpPr>
        <p:spPr>
          <a:xfrm>
            <a:off x="3761557" y="1503180"/>
            <a:ext cx="4104454" cy="4896544"/>
          </a:xfrm>
          <a:prstGeom prst="rect">
            <a:avLst/>
          </a:prstGeom>
        </p:spPr>
        <p:txBody>
          <a:bodyPr/>
          <a:lstStyle>
            <a:lvl1pPr marL="454025" indent="-454025" algn="l" defTabSz="914400" rtl="0" eaLnBrk="1" latinLnBrk="0" hangingPunct="1">
              <a:spcBef>
                <a:spcPts val="20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Char char=""/>
              <a:defRPr sz="24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914400" indent="-457200" algn="l" defTabSz="914400" rtl="0" eaLnBrk="1" latinLnBrk="0" hangingPunct="1">
              <a:spcBef>
                <a:spcPts val="600"/>
              </a:spcBef>
              <a:buClr>
                <a:schemeClr val="tx1">
                  <a:lumMod val="75000"/>
                  <a:lumOff val="25000"/>
                </a:schemeClr>
              </a:buClr>
              <a:buSzPct val="90000"/>
              <a:buFont typeface="Wingdings" pitchFamily="2" charset="2"/>
              <a:buChar char=""/>
              <a:defRPr sz="22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260475" indent="-346075" algn="l" defTabSz="914400" rtl="0" eaLnBrk="1" latinLnBrk="0" hangingPunct="1">
              <a:spcBef>
                <a:spcPts val="6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Char char=""/>
              <a:defRPr sz="20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339725" algn="l" defTabSz="914400" rtl="0" eaLnBrk="1" latinLnBrk="0" hangingPunct="1">
              <a:spcBef>
                <a:spcPts val="600"/>
              </a:spcBef>
              <a:buClr>
                <a:schemeClr val="tx1">
                  <a:lumMod val="75000"/>
                  <a:lumOff val="25000"/>
                </a:schemeClr>
              </a:buClr>
              <a:buSzPct val="90000"/>
              <a:buFont typeface="Wingdings" pitchFamily="2" charset="2"/>
              <a:buChar char=""/>
              <a:defRPr sz="18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939925" indent="-331788" algn="l" defTabSz="914400" rtl="0" eaLnBrk="1" latinLnBrk="0" hangingPunct="1">
              <a:spcBef>
                <a:spcPts val="6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Char char=""/>
              <a:defRPr sz="18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290763" indent="-344488" algn="l" defTabSz="914400" rtl="0" eaLnBrk="1" latinLnBrk="0" hangingPunct="1">
              <a:spcBef>
                <a:spcPts val="600"/>
              </a:spcBef>
              <a:buClr>
                <a:schemeClr val="tx1">
                  <a:lumMod val="75000"/>
                  <a:lumOff val="25000"/>
                </a:schemeClr>
              </a:buClr>
              <a:buSzPct val="90000"/>
              <a:buFont typeface="Wingdings" pitchFamily="2" charset="2"/>
              <a:buChar char=""/>
              <a:defRPr lang="en-US" sz="1800" kern="1200" dirty="0" smtClean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625725" indent="-344488" algn="l" defTabSz="914400" rtl="0" eaLnBrk="1" latinLnBrk="0" hangingPunct="1">
              <a:spcBef>
                <a:spcPts val="6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Char char=""/>
              <a:defRPr lang="en-US" sz="1800" kern="1200" dirty="0" smtClean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2970213" indent="-344488" algn="l" defTabSz="914400" rtl="0" eaLnBrk="1" latinLnBrk="0" hangingPunct="1">
              <a:spcBef>
                <a:spcPts val="600"/>
              </a:spcBef>
              <a:buClr>
                <a:schemeClr val="tx1">
                  <a:lumMod val="75000"/>
                  <a:lumOff val="25000"/>
                </a:schemeClr>
              </a:buClr>
              <a:buSzPct val="90000"/>
              <a:buFont typeface="Wingdings" pitchFamily="2" charset="2"/>
              <a:buChar char=""/>
              <a:defRPr lang="en-US" sz="1800" kern="1200" dirty="0" smtClean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313113" indent="-344488" algn="l" defTabSz="914400" rtl="0" eaLnBrk="1" latinLnBrk="0" hangingPunct="1">
              <a:spcBef>
                <a:spcPts val="6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Char char=""/>
              <a:defRPr lang="en-US" sz="180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Wingdings" pitchFamily="2" charset="2"/>
              <a:buNone/>
            </a:pPr>
            <a:endParaRPr lang="en-GB"/>
          </a:p>
          <a:p>
            <a:endParaRPr lang="en-GB"/>
          </a:p>
          <a:p>
            <a:endParaRPr lang="en-GB" dirty="0"/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65ED0E27-C265-B24B-B0A1-1E58503506D7}"/>
              </a:ext>
            </a:extLst>
          </p:cNvPr>
          <p:cNvSpPr txBox="1"/>
          <p:nvPr/>
        </p:nvSpPr>
        <p:spPr>
          <a:xfrm>
            <a:off x="5035625" y="971020"/>
            <a:ext cx="18466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US" dirty="0"/>
          </a:p>
        </p:txBody>
      </p:sp>
      <p:sp>
        <p:nvSpPr>
          <p:cNvPr id="17" name="Content Placeholder 2">
            <a:extLst>
              <a:ext uri="{FF2B5EF4-FFF2-40B4-BE49-F238E27FC236}">
                <a16:creationId xmlns:a16="http://schemas.microsoft.com/office/drawing/2014/main" id="{FB01AE02-84DD-C646-81BF-933F39C47C74}"/>
              </a:ext>
            </a:extLst>
          </p:cNvPr>
          <p:cNvSpPr txBox="1">
            <a:spLocks/>
          </p:cNvSpPr>
          <p:nvPr/>
        </p:nvSpPr>
        <p:spPr bwMode="auto">
          <a:xfrm>
            <a:off x="348204" y="1467448"/>
            <a:ext cx="7632846" cy="499515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342900" indent="-342900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99D237"/>
              </a:buClr>
              <a:buSzPct val="200000"/>
              <a:buFont typeface="Arial" pitchFamily="34" charset="0"/>
              <a:buChar char="•"/>
              <a:defRPr sz="2800" kern="1200">
                <a:solidFill>
                  <a:schemeClr val="tx1"/>
                </a:solidFill>
                <a:latin typeface="Verdana" pitchFamily="34" charset="0"/>
                <a:ea typeface="Verdana" pitchFamily="34" charset="0"/>
                <a:cs typeface="Verdana" pitchFamily="34" charset="0"/>
              </a:defRPr>
            </a:lvl1pPr>
            <a:lvl2pPr marL="914400" indent="-457200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99D237"/>
              </a:buClr>
              <a:buSzPct val="200000"/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Verdana" pitchFamily="34" charset="0"/>
                <a:ea typeface="Verdana" pitchFamily="34" charset="0"/>
                <a:cs typeface="Verdana" pitchFamily="34" charset="0"/>
              </a:defRPr>
            </a:lvl2pPr>
            <a:lvl3pPr marL="1257300" indent="-342900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99D237"/>
              </a:buClr>
              <a:buSzPct val="200000"/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Verdana" pitchFamily="34" charset="0"/>
                <a:ea typeface="Verdana" pitchFamily="34" charset="0"/>
                <a:cs typeface="Verdana" pitchFamily="34" charset="0"/>
              </a:defRPr>
            </a:lvl3pPr>
            <a:lvl4pPr marL="1714500" indent="-342900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99D237"/>
              </a:buClr>
              <a:buSzPct val="200000"/>
              <a:buFont typeface="Arial" pitchFamily="34" charset="0"/>
              <a:buChar char="•"/>
              <a:defRPr kern="1200">
                <a:solidFill>
                  <a:schemeClr val="tx1"/>
                </a:solidFill>
                <a:latin typeface="Verdana" pitchFamily="34" charset="0"/>
                <a:ea typeface="Verdana" pitchFamily="34" charset="0"/>
                <a:cs typeface="Verdana" pitchFamily="34" charset="0"/>
              </a:defRPr>
            </a:lvl4pPr>
            <a:lvl5pPr marL="2171700" indent="-342900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99D237"/>
              </a:buClr>
              <a:buSzPct val="200000"/>
              <a:buFont typeface="Arial" pitchFamily="34" charset="0"/>
              <a:buChar char="•"/>
              <a:defRPr kern="1200">
                <a:solidFill>
                  <a:schemeClr val="tx1"/>
                </a:solidFill>
                <a:latin typeface="Verdana" pitchFamily="34" charset="0"/>
                <a:ea typeface="Verdana" pitchFamily="34" charset="0"/>
                <a:cs typeface="Verdana" pitchFamily="34" charset="0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GB" sz="1800" dirty="0"/>
              <a:t>Use the </a:t>
            </a:r>
            <a:r>
              <a:rPr lang="en-GB" sz="1800" b="1" dirty="0">
                <a:solidFill>
                  <a:srgbClr val="000090"/>
                </a:solidFill>
              </a:rPr>
              <a:t>HAS-A</a:t>
            </a:r>
            <a:r>
              <a:rPr lang="en-GB" sz="1800" dirty="0"/>
              <a:t> test to verify whether an object should contain another object as an instance variable. This is called object composition.</a:t>
            </a:r>
          </a:p>
          <a:p>
            <a:r>
              <a:rPr lang="en-GB" sz="1800" dirty="0"/>
              <a:t>A Car </a:t>
            </a:r>
            <a:r>
              <a:rPr lang="en-GB" sz="1800" b="1" dirty="0">
                <a:solidFill>
                  <a:srgbClr val="800000"/>
                </a:solidFill>
              </a:rPr>
              <a:t>IS-A</a:t>
            </a:r>
            <a:r>
              <a:rPr lang="en-GB" sz="1800" dirty="0"/>
              <a:t> Engine – doesn’t make sense.</a:t>
            </a:r>
          </a:p>
          <a:p>
            <a:r>
              <a:rPr lang="en-GB" sz="1800" dirty="0"/>
              <a:t>A Car </a:t>
            </a:r>
            <a:r>
              <a:rPr lang="en-GB" sz="1800" b="1" dirty="0">
                <a:solidFill>
                  <a:srgbClr val="008000"/>
                </a:solidFill>
              </a:rPr>
              <a:t>HAS-A</a:t>
            </a:r>
            <a:r>
              <a:rPr lang="en-GB" sz="1800" dirty="0"/>
              <a:t> Engine – This makes sense. So therefore our Car class would have an instance variable of type Engine.</a:t>
            </a:r>
          </a:p>
          <a:p>
            <a:pPr marL="0" indent="0">
              <a:buNone/>
            </a:pPr>
            <a:r>
              <a:rPr lang="en-GB" sz="1600" dirty="0">
                <a:latin typeface="Courier New"/>
                <a:cs typeface="Courier New"/>
              </a:rPr>
              <a:t>public class Car{</a:t>
            </a:r>
          </a:p>
          <a:p>
            <a:pPr marL="0" indent="0">
              <a:buNone/>
            </a:pPr>
            <a:r>
              <a:rPr lang="en-GB" sz="1600" dirty="0">
                <a:latin typeface="Courier New"/>
                <a:cs typeface="Courier New"/>
              </a:rPr>
              <a:t>	private Engine </a:t>
            </a:r>
            <a:r>
              <a:rPr lang="en-GB" sz="1600" dirty="0" err="1">
                <a:latin typeface="Courier New"/>
                <a:cs typeface="Courier New"/>
              </a:rPr>
              <a:t>carEngine</a:t>
            </a:r>
            <a:r>
              <a:rPr lang="en-GB" sz="1600" dirty="0">
                <a:latin typeface="Courier New"/>
                <a:cs typeface="Courier New"/>
              </a:rPr>
              <a:t>;</a:t>
            </a:r>
          </a:p>
          <a:p>
            <a:pPr marL="0" indent="0">
              <a:buNone/>
            </a:pPr>
            <a:r>
              <a:rPr lang="en-GB" sz="1600" dirty="0">
                <a:latin typeface="Courier New"/>
                <a:cs typeface="Courier New"/>
              </a:rPr>
              <a:t>	public Car(){</a:t>
            </a:r>
          </a:p>
          <a:p>
            <a:pPr marL="0" indent="0">
              <a:buNone/>
            </a:pPr>
            <a:r>
              <a:rPr lang="en-GB" sz="1600" dirty="0">
                <a:latin typeface="Courier New"/>
                <a:cs typeface="Courier New"/>
              </a:rPr>
              <a:t>		</a:t>
            </a:r>
            <a:r>
              <a:rPr lang="en-GB" sz="1600" dirty="0" err="1">
                <a:latin typeface="Courier New"/>
                <a:cs typeface="Courier New"/>
              </a:rPr>
              <a:t>carEngine</a:t>
            </a:r>
            <a:r>
              <a:rPr lang="en-GB" sz="1600" dirty="0">
                <a:latin typeface="Courier New"/>
                <a:cs typeface="Courier New"/>
              </a:rPr>
              <a:t> = new Engine();</a:t>
            </a:r>
          </a:p>
          <a:p>
            <a:pPr marL="0" indent="0">
              <a:buNone/>
            </a:pPr>
            <a:r>
              <a:rPr lang="en-GB" sz="1600" dirty="0">
                <a:latin typeface="Courier New"/>
                <a:cs typeface="Courier New"/>
              </a:rPr>
              <a:t>	}</a:t>
            </a:r>
          </a:p>
          <a:p>
            <a:pPr marL="0" indent="0">
              <a:buNone/>
            </a:pPr>
            <a:r>
              <a:rPr lang="en-GB" sz="1600" dirty="0">
                <a:latin typeface="Courier New"/>
                <a:cs typeface="Courier New"/>
              </a:rPr>
              <a:t>}</a:t>
            </a:r>
          </a:p>
          <a:p>
            <a:endParaRPr lang="en-GB" sz="1800" dirty="0"/>
          </a:p>
        </p:txBody>
      </p:sp>
      <p:grpSp>
        <p:nvGrpSpPr>
          <p:cNvPr id="18" name="Group 17">
            <a:extLst>
              <a:ext uri="{FF2B5EF4-FFF2-40B4-BE49-F238E27FC236}">
                <a16:creationId xmlns:a16="http://schemas.microsoft.com/office/drawing/2014/main" id="{D2AB4695-5762-5940-B01E-91AB95C59A8E}"/>
              </a:ext>
            </a:extLst>
          </p:cNvPr>
          <p:cNvGrpSpPr/>
          <p:nvPr/>
        </p:nvGrpSpPr>
        <p:grpSpPr>
          <a:xfrm>
            <a:off x="284164" y="452718"/>
            <a:ext cx="7365210" cy="137411"/>
            <a:chOff x="284163" y="1577847"/>
            <a:chExt cx="8576373" cy="137411"/>
          </a:xfrm>
        </p:grpSpPr>
        <p:sp>
          <p:nvSpPr>
            <p:cNvPr id="19" name="Rectangle 18">
              <a:extLst>
                <a:ext uri="{FF2B5EF4-FFF2-40B4-BE49-F238E27FC236}">
                  <a16:creationId xmlns:a16="http://schemas.microsoft.com/office/drawing/2014/main" id="{BAA0079C-0842-0B44-B808-5EBE78CE51B3}"/>
                </a:ext>
              </a:extLst>
            </p:cNvPr>
            <p:cNvSpPr/>
            <p:nvPr/>
          </p:nvSpPr>
          <p:spPr>
            <a:xfrm>
              <a:off x="284163" y="1577847"/>
              <a:ext cx="1600200" cy="137411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20" name="Rectangle 19">
              <a:extLst>
                <a:ext uri="{FF2B5EF4-FFF2-40B4-BE49-F238E27FC236}">
                  <a16:creationId xmlns:a16="http://schemas.microsoft.com/office/drawing/2014/main" id="{FC338411-D4AC-F442-84DD-8A6A6488ABA1}"/>
                </a:ext>
              </a:extLst>
            </p:cNvPr>
            <p:cNvSpPr/>
            <p:nvPr/>
          </p:nvSpPr>
          <p:spPr>
            <a:xfrm>
              <a:off x="1885174" y="1577847"/>
              <a:ext cx="2743200" cy="137411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21" name="Rectangle 20">
              <a:extLst>
                <a:ext uri="{FF2B5EF4-FFF2-40B4-BE49-F238E27FC236}">
                  <a16:creationId xmlns:a16="http://schemas.microsoft.com/office/drawing/2014/main" id="{924DC668-DD64-CC45-80BA-3D767428A613}"/>
                </a:ext>
              </a:extLst>
            </p:cNvPr>
            <p:cNvSpPr/>
            <p:nvPr/>
          </p:nvSpPr>
          <p:spPr>
            <a:xfrm>
              <a:off x="4626864" y="1577847"/>
              <a:ext cx="4233672" cy="137411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</p:grpSp>
      <p:pic>
        <p:nvPicPr>
          <p:cNvPr id="22" name="Picture 2" descr="Image result for AIUB logo">
            <a:extLst>
              <a:ext uri="{FF2B5EF4-FFF2-40B4-BE49-F238E27FC236}">
                <a16:creationId xmlns:a16="http://schemas.microsoft.com/office/drawing/2014/main" id="{1572EE68-FCF2-9E4F-8B84-331F155CA74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649374" y="55843"/>
            <a:ext cx="1279161" cy="128715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509102759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1">
            <a:extLst>
              <a:ext uri="{FF2B5EF4-FFF2-40B4-BE49-F238E27FC236}">
                <a16:creationId xmlns:a16="http://schemas.microsoft.com/office/drawing/2014/main" id="{6D2A1622-18B3-CF42-B5AD-82A5F9056952}"/>
              </a:ext>
            </a:extLst>
          </p:cNvPr>
          <p:cNvSpPr txBox="1">
            <a:spLocks/>
          </p:cNvSpPr>
          <p:nvPr/>
        </p:nvSpPr>
        <p:spPr>
          <a:xfrm>
            <a:off x="202131" y="678176"/>
            <a:ext cx="6865932" cy="1092799"/>
          </a:xfrm>
          <a:prstGeom prst="rect">
            <a:avLst/>
          </a:prstGeom>
        </p:spPr>
        <p:txBody>
          <a:bodyPr rtlCol="0">
            <a:normAutofit/>
          </a:bodyPr>
          <a:lstStyle>
            <a:lvl1pPr algn="r" defTabSz="914400" rtl="0" eaLnBrk="1" latinLnBrk="0" hangingPunct="1">
              <a:spcBef>
                <a:spcPct val="0"/>
              </a:spcBef>
              <a:buNone/>
              <a:defRPr sz="4200" kern="1200">
                <a:solidFill>
                  <a:schemeClr val="bg1"/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defRPr/>
            </a:pPr>
            <a:endParaRPr lang="en-US" b="1" cap="small" dirty="0">
              <a:solidFill>
                <a:schemeClr val="accent3">
                  <a:lumMod val="50000"/>
                </a:schemeClr>
              </a:solidFill>
            </a:endParaRPr>
          </a:p>
        </p:txBody>
      </p:sp>
      <p:sp>
        <p:nvSpPr>
          <p:cNvPr id="2" name="Subtitle 2"/>
          <p:cNvSpPr txBox="1">
            <a:spLocks/>
          </p:cNvSpPr>
          <p:nvPr/>
        </p:nvSpPr>
        <p:spPr>
          <a:xfrm>
            <a:off x="335494" y="731162"/>
            <a:ext cx="6543608" cy="493414"/>
          </a:xfrm>
          <a:prstGeom prst="rect">
            <a:avLst/>
          </a:prstGeom>
        </p:spPr>
        <p:txBody>
          <a:bodyPr>
            <a:normAutofit/>
          </a:bodyPr>
          <a:lstStyle>
            <a:lvl1pPr marL="454025" indent="-454025" algn="l" defTabSz="914400" rtl="0" eaLnBrk="1" latinLnBrk="0" hangingPunct="1">
              <a:spcBef>
                <a:spcPts val="20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Char char=""/>
              <a:defRPr sz="24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914400" indent="-457200" algn="l" defTabSz="914400" rtl="0" eaLnBrk="1" latinLnBrk="0" hangingPunct="1">
              <a:spcBef>
                <a:spcPts val="600"/>
              </a:spcBef>
              <a:buClr>
                <a:schemeClr val="tx1">
                  <a:lumMod val="75000"/>
                  <a:lumOff val="25000"/>
                </a:schemeClr>
              </a:buClr>
              <a:buSzPct val="90000"/>
              <a:buFont typeface="Wingdings" pitchFamily="2" charset="2"/>
              <a:buChar char=""/>
              <a:defRPr sz="22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260475" indent="-346075" algn="l" defTabSz="914400" rtl="0" eaLnBrk="1" latinLnBrk="0" hangingPunct="1">
              <a:spcBef>
                <a:spcPts val="6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Char char=""/>
              <a:defRPr sz="20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339725" algn="l" defTabSz="914400" rtl="0" eaLnBrk="1" latinLnBrk="0" hangingPunct="1">
              <a:spcBef>
                <a:spcPts val="600"/>
              </a:spcBef>
              <a:buClr>
                <a:schemeClr val="tx1">
                  <a:lumMod val="75000"/>
                  <a:lumOff val="25000"/>
                </a:schemeClr>
              </a:buClr>
              <a:buSzPct val="90000"/>
              <a:buFont typeface="Wingdings" pitchFamily="2" charset="2"/>
              <a:buChar char=""/>
              <a:defRPr sz="18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939925" indent="-331788" algn="l" defTabSz="914400" rtl="0" eaLnBrk="1" latinLnBrk="0" hangingPunct="1">
              <a:spcBef>
                <a:spcPts val="6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Char char=""/>
              <a:defRPr sz="18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290763" indent="-344488" algn="l" defTabSz="914400" rtl="0" eaLnBrk="1" latinLnBrk="0" hangingPunct="1">
              <a:spcBef>
                <a:spcPts val="600"/>
              </a:spcBef>
              <a:buClr>
                <a:schemeClr val="tx1">
                  <a:lumMod val="75000"/>
                  <a:lumOff val="25000"/>
                </a:schemeClr>
              </a:buClr>
              <a:buSzPct val="90000"/>
              <a:buFont typeface="Wingdings" pitchFamily="2" charset="2"/>
              <a:buChar char=""/>
              <a:defRPr lang="en-US" sz="1800" kern="1200" dirty="0" smtClean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625725" indent="-344488" algn="l" defTabSz="914400" rtl="0" eaLnBrk="1" latinLnBrk="0" hangingPunct="1">
              <a:spcBef>
                <a:spcPts val="6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Char char=""/>
              <a:defRPr lang="en-US" sz="1800" kern="1200" dirty="0" smtClean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2970213" indent="-344488" algn="l" defTabSz="914400" rtl="0" eaLnBrk="1" latinLnBrk="0" hangingPunct="1">
              <a:spcBef>
                <a:spcPts val="600"/>
              </a:spcBef>
              <a:buClr>
                <a:schemeClr val="tx1">
                  <a:lumMod val="75000"/>
                  <a:lumOff val="25000"/>
                </a:schemeClr>
              </a:buClr>
              <a:buSzPct val="90000"/>
              <a:buFont typeface="Wingdings" pitchFamily="2" charset="2"/>
              <a:buChar char=""/>
              <a:defRPr lang="en-US" sz="1800" kern="1200" dirty="0" smtClean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313113" indent="-344488" algn="l" defTabSz="914400" rtl="0" eaLnBrk="1" latinLnBrk="0" hangingPunct="1">
              <a:spcBef>
                <a:spcPts val="6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Char char=""/>
              <a:defRPr lang="en-US" sz="180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endParaRPr lang="en-US" sz="2600" b="1" dirty="0">
              <a:solidFill>
                <a:schemeClr val="tx1"/>
              </a:solidFill>
            </a:endParaRPr>
          </a:p>
        </p:txBody>
      </p:sp>
      <p:grpSp>
        <p:nvGrpSpPr>
          <p:cNvPr id="9" name="Group 8">
            <a:extLst>
              <a:ext uri="{FF2B5EF4-FFF2-40B4-BE49-F238E27FC236}">
                <a16:creationId xmlns:a16="http://schemas.microsoft.com/office/drawing/2014/main" id="{E46FB6F7-0574-6249-B9E4-D3549D0B3FB1}"/>
              </a:ext>
            </a:extLst>
          </p:cNvPr>
          <p:cNvGrpSpPr/>
          <p:nvPr/>
        </p:nvGrpSpPr>
        <p:grpSpPr>
          <a:xfrm>
            <a:off x="284164" y="452718"/>
            <a:ext cx="7365210" cy="137411"/>
            <a:chOff x="284163" y="1577847"/>
            <a:chExt cx="8576373" cy="137411"/>
          </a:xfrm>
        </p:grpSpPr>
        <p:sp>
          <p:nvSpPr>
            <p:cNvPr id="10" name="Rectangle 9">
              <a:extLst>
                <a:ext uri="{FF2B5EF4-FFF2-40B4-BE49-F238E27FC236}">
                  <a16:creationId xmlns:a16="http://schemas.microsoft.com/office/drawing/2014/main" id="{287AB7CF-0B42-1A43-993F-3E0B3129AF97}"/>
                </a:ext>
              </a:extLst>
            </p:cNvPr>
            <p:cNvSpPr/>
            <p:nvPr/>
          </p:nvSpPr>
          <p:spPr>
            <a:xfrm>
              <a:off x="284163" y="1577847"/>
              <a:ext cx="1600200" cy="137411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1" name="Rectangle 10">
              <a:extLst>
                <a:ext uri="{FF2B5EF4-FFF2-40B4-BE49-F238E27FC236}">
                  <a16:creationId xmlns:a16="http://schemas.microsoft.com/office/drawing/2014/main" id="{0FDD2DA8-6A58-8945-8370-0521B905F90B}"/>
                </a:ext>
              </a:extLst>
            </p:cNvPr>
            <p:cNvSpPr/>
            <p:nvPr/>
          </p:nvSpPr>
          <p:spPr>
            <a:xfrm>
              <a:off x="1885174" y="1577847"/>
              <a:ext cx="2743200" cy="137411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2" name="Rectangle 11">
              <a:extLst>
                <a:ext uri="{FF2B5EF4-FFF2-40B4-BE49-F238E27FC236}">
                  <a16:creationId xmlns:a16="http://schemas.microsoft.com/office/drawing/2014/main" id="{D421FBF4-4488-C440-91C1-36158F356C78}"/>
                </a:ext>
              </a:extLst>
            </p:cNvPr>
            <p:cNvSpPr/>
            <p:nvPr/>
          </p:nvSpPr>
          <p:spPr>
            <a:xfrm>
              <a:off x="4626864" y="1577847"/>
              <a:ext cx="4233672" cy="137411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</p:grpSp>
      <p:sp>
        <p:nvSpPr>
          <p:cNvPr id="14" name="Title 1">
            <a:extLst>
              <a:ext uri="{FF2B5EF4-FFF2-40B4-BE49-F238E27FC236}">
                <a16:creationId xmlns:a16="http://schemas.microsoft.com/office/drawing/2014/main" id="{CEF5BD6F-1884-9647-BC8B-81F00844B9C6}"/>
              </a:ext>
            </a:extLst>
          </p:cNvPr>
          <p:cNvSpPr txBox="1">
            <a:spLocks/>
          </p:cNvSpPr>
          <p:nvPr/>
        </p:nvSpPr>
        <p:spPr>
          <a:xfrm>
            <a:off x="161157" y="504949"/>
            <a:ext cx="7704856" cy="908486"/>
          </a:xfrm>
          <a:prstGeom prst="rect">
            <a:avLst/>
          </a:prstGeom>
        </p:spPr>
        <p:txBody>
          <a:bodyPr/>
          <a:lstStyle>
            <a:lvl1pPr algn="r" defTabSz="914400" rtl="0" eaLnBrk="1" latinLnBrk="0" hangingPunct="1">
              <a:spcBef>
                <a:spcPct val="0"/>
              </a:spcBef>
              <a:buNone/>
              <a:defRPr sz="4200" kern="1200">
                <a:solidFill>
                  <a:schemeClr val="bg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en-GB" dirty="0">
                <a:solidFill>
                  <a:schemeClr val="tx1"/>
                </a:solidFill>
              </a:rPr>
              <a:t>Inheritance in C#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E392FCBD-6160-D64C-BEA7-4C28F14D43EF}"/>
              </a:ext>
            </a:extLst>
          </p:cNvPr>
          <p:cNvSpPr txBox="1"/>
          <p:nvPr/>
        </p:nvSpPr>
        <p:spPr>
          <a:xfrm>
            <a:off x="5035625" y="869269"/>
            <a:ext cx="18466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US" dirty="0"/>
          </a:p>
        </p:txBody>
      </p:sp>
      <p:sp>
        <p:nvSpPr>
          <p:cNvPr id="16" name="Content Placeholder 2">
            <a:extLst>
              <a:ext uri="{FF2B5EF4-FFF2-40B4-BE49-F238E27FC236}">
                <a16:creationId xmlns:a16="http://schemas.microsoft.com/office/drawing/2014/main" id="{63D0130E-8DC6-554B-967B-D9AEEEA5E1BB}"/>
              </a:ext>
            </a:extLst>
          </p:cNvPr>
          <p:cNvSpPr txBox="1">
            <a:spLocks/>
          </p:cNvSpPr>
          <p:nvPr/>
        </p:nvSpPr>
        <p:spPr bwMode="auto">
          <a:xfrm>
            <a:off x="161157" y="4713797"/>
            <a:ext cx="7488832" cy="194421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342900" indent="-342900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99D237"/>
              </a:buClr>
              <a:buSzPct val="200000"/>
              <a:buFont typeface="Arial" pitchFamily="34" charset="0"/>
              <a:buChar char="•"/>
              <a:defRPr sz="2800" kern="1200">
                <a:solidFill>
                  <a:schemeClr val="tx1"/>
                </a:solidFill>
                <a:latin typeface="Verdana" pitchFamily="34" charset="0"/>
                <a:ea typeface="Verdana" pitchFamily="34" charset="0"/>
                <a:cs typeface="Verdana" pitchFamily="34" charset="0"/>
              </a:defRPr>
            </a:lvl1pPr>
            <a:lvl2pPr marL="914400" indent="-457200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99D237"/>
              </a:buClr>
              <a:buSzPct val="200000"/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Verdana" pitchFamily="34" charset="0"/>
                <a:ea typeface="Verdana" pitchFamily="34" charset="0"/>
                <a:cs typeface="Verdana" pitchFamily="34" charset="0"/>
              </a:defRPr>
            </a:lvl2pPr>
            <a:lvl3pPr marL="1257300" indent="-342900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99D237"/>
              </a:buClr>
              <a:buSzPct val="200000"/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Verdana" pitchFamily="34" charset="0"/>
                <a:ea typeface="Verdana" pitchFamily="34" charset="0"/>
                <a:cs typeface="Verdana" pitchFamily="34" charset="0"/>
              </a:defRPr>
            </a:lvl3pPr>
            <a:lvl4pPr marL="1714500" indent="-342900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99D237"/>
              </a:buClr>
              <a:buSzPct val="200000"/>
              <a:buFont typeface="Arial" pitchFamily="34" charset="0"/>
              <a:buChar char="•"/>
              <a:defRPr kern="1200">
                <a:solidFill>
                  <a:schemeClr val="tx1"/>
                </a:solidFill>
                <a:latin typeface="Verdana" pitchFamily="34" charset="0"/>
                <a:ea typeface="Verdana" pitchFamily="34" charset="0"/>
                <a:cs typeface="Verdana" pitchFamily="34" charset="0"/>
              </a:defRPr>
            </a:lvl4pPr>
            <a:lvl5pPr marL="2171700" indent="-342900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99D237"/>
              </a:buClr>
              <a:buSzPct val="200000"/>
              <a:buFont typeface="Arial" pitchFamily="34" charset="0"/>
              <a:buChar char="•"/>
              <a:defRPr kern="1200">
                <a:solidFill>
                  <a:schemeClr val="tx1"/>
                </a:solidFill>
                <a:latin typeface="Verdana" pitchFamily="34" charset="0"/>
                <a:ea typeface="Verdana" pitchFamily="34" charset="0"/>
                <a:cs typeface="Verdana" pitchFamily="34" charset="0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GB" sz="1800" dirty="0"/>
              <a:t>To declare a subclass in C#, we use the following notation</a:t>
            </a:r>
          </a:p>
          <a:p>
            <a:pPr marL="0" indent="0" algn="ctr">
              <a:buNone/>
            </a:pPr>
            <a:r>
              <a:rPr lang="en-GB" sz="1400" b="1" dirty="0">
                <a:solidFill>
                  <a:srgbClr val="800000"/>
                </a:solidFill>
                <a:latin typeface="Courier New"/>
                <a:cs typeface="Courier New"/>
              </a:rPr>
              <a:t>public class </a:t>
            </a:r>
            <a:r>
              <a:rPr lang="en-GB" sz="1400" b="1" dirty="0">
                <a:solidFill>
                  <a:srgbClr val="FF6600"/>
                </a:solidFill>
                <a:latin typeface="Courier New"/>
                <a:cs typeface="Courier New"/>
              </a:rPr>
              <a:t>Subclass</a:t>
            </a:r>
            <a:r>
              <a:rPr lang="en-GB" sz="1400" b="1" dirty="0">
                <a:solidFill>
                  <a:srgbClr val="800000"/>
                </a:solidFill>
                <a:latin typeface="Courier New"/>
                <a:cs typeface="Courier New"/>
              </a:rPr>
              <a:t> </a:t>
            </a:r>
            <a:r>
              <a:rPr lang="en-GB" sz="1400" b="1" dirty="0">
                <a:solidFill>
                  <a:srgbClr val="595959"/>
                </a:solidFill>
                <a:latin typeface="Courier New"/>
                <a:cs typeface="Courier New"/>
              </a:rPr>
              <a:t>:</a:t>
            </a:r>
            <a:r>
              <a:rPr lang="en-GB" sz="1400" b="1" dirty="0">
                <a:solidFill>
                  <a:srgbClr val="800000"/>
                </a:solidFill>
                <a:latin typeface="Courier New"/>
                <a:cs typeface="Courier New"/>
              </a:rPr>
              <a:t> </a:t>
            </a:r>
            <a:r>
              <a:rPr lang="en-GB" sz="1400" b="1" dirty="0" err="1">
                <a:solidFill>
                  <a:srgbClr val="0000FF"/>
                </a:solidFill>
                <a:latin typeface="Courier New"/>
                <a:cs typeface="Courier New"/>
              </a:rPr>
              <a:t>BaseClass</a:t>
            </a:r>
            <a:endParaRPr lang="en-GB" sz="1800" b="1" dirty="0"/>
          </a:p>
          <a:p>
            <a:r>
              <a:rPr lang="en-GB" sz="1800" dirty="0"/>
              <a:t>We give the subclass a name followed by a colon (:) and the name of the base class we want to inherit from.</a:t>
            </a:r>
          </a:p>
          <a:p>
            <a:endParaRPr lang="en-GB" sz="1800" dirty="0"/>
          </a:p>
          <a:p>
            <a:pPr marL="0" indent="0">
              <a:buFont typeface="Arial" pitchFamily="34" charset="0"/>
              <a:buNone/>
            </a:pPr>
            <a:endParaRPr lang="en-GB" sz="1800" dirty="0"/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D132EEED-71C0-C642-A19F-2CE87632718D}"/>
              </a:ext>
            </a:extLst>
          </p:cNvPr>
          <p:cNvSpPr txBox="1"/>
          <p:nvPr/>
        </p:nvSpPr>
        <p:spPr>
          <a:xfrm>
            <a:off x="161157" y="1328255"/>
            <a:ext cx="7416824" cy="3385542"/>
          </a:xfrm>
          <a:prstGeom prst="rect">
            <a:avLst/>
          </a:prstGeom>
          <a:solidFill>
            <a:schemeClr val="accent1">
              <a:alpha val="2000"/>
            </a:schemeClr>
          </a:solidFill>
        </p:spPr>
        <p:txBody>
          <a:bodyPr wrap="square" rtlCol="0">
            <a:spAutoFit/>
          </a:bodyPr>
          <a:lstStyle/>
          <a:p>
            <a:r>
              <a:rPr lang="en-US" sz="1600" dirty="0">
                <a:solidFill>
                  <a:srgbClr val="000000"/>
                </a:solidFill>
                <a:latin typeface="Courier New"/>
                <a:cs typeface="Courier New"/>
              </a:rPr>
              <a:t>public class Cat : Animal</a:t>
            </a:r>
          </a:p>
          <a:p>
            <a:r>
              <a:rPr lang="en-US" sz="1600" dirty="0">
                <a:solidFill>
                  <a:srgbClr val="000000"/>
                </a:solidFill>
                <a:latin typeface="Courier New"/>
                <a:cs typeface="Courier New"/>
              </a:rPr>
              <a:t>{</a:t>
            </a:r>
          </a:p>
          <a:p>
            <a:r>
              <a:rPr lang="en-US" sz="1600" dirty="0">
                <a:solidFill>
                  <a:srgbClr val="000000"/>
                </a:solidFill>
                <a:latin typeface="Courier New"/>
                <a:cs typeface="Courier New"/>
              </a:rPr>
              <a:t>    public Cat() : base()</a:t>
            </a:r>
          </a:p>
          <a:p>
            <a:r>
              <a:rPr lang="en-US" sz="1600" dirty="0">
                <a:solidFill>
                  <a:srgbClr val="000000"/>
                </a:solidFill>
                <a:latin typeface="Courier New"/>
                <a:cs typeface="Courier New"/>
              </a:rPr>
              <a:t>    {</a:t>
            </a:r>
          </a:p>
          <a:p>
            <a:r>
              <a:rPr lang="en-US" sz="1600" dirty="0">
                <a:solidFill>
                  <a:srgbClr val="000000"/>
                </a:solidFill>
                <a:latin typeface="Courier New"/>
                <a:cs typeface="Courier New"/>
              </a:rPr>
              <a:t>        </a:t>
            </a:r>
            <a:r>
              <a:rPr lang="en-US" sz="1600" dirty="0" err="1">
                <a:solidFill>
                  <a:srgbClr val="000000"/>
                </a:solidFill>
                <a:latin typeface="Courier New"/>
                <a:cs typeface="Courier New"/>
              </a:rPr>
              <a:t>Console.WriteLine</a:t>
            </a:r>
            <a:r>
              <a:rPr lang="en-US" sz="1600" dirty="0">
                <a:solidFill>
                  <a:srgbClr val="000000"/>
                </a:solidFill>
                <a:latin typeface="Courier New"/>
                <a:cs typeface="Courier New"/>
              </a:rPr>
              <a:t>("Cat Constructor");   </a:t>
            </a:r>
          </a:p>
          <a:p>
            <a:r>
              <a:rPr lang="en-US" sz="1600" dirty="0">
                <a:solidFill>
                  <a:srgbClr val="000000"/>
                </a:solidFill>
                <a:latin typeface="Courier New"/>
                <a:cs typeface="Courier New"/>
              </a:rPr>
              <a:t>    }</a:t>
            </a:r>
          </a:p>
          <a:p>
            <a:endParaRPr lang="en-US" sz="1600" dirty="0">
              <a:solidFill>
                <a:srgbClr val="000000"/>
              </a:solidFill>
              <a:latin typeface="Courier New"/>
              <a:cs typeface="Courier New"/>
            </a:endParaRPr>
          </a:p>
          <a:p>
            <a:r>
              <a:rPr lang="en-US" sz="1600" dirty="0">
                <a:solidFill>
                  <a:srgbClr val="000000"/>
                </a:solidFill>
                <a:latin typeface="Courier New"/>
                <a:cs typeface="Courier New"/>
              </a:rPr>
              <a:t>    public void </a:t>
            </a:r>
            <a:r>
              <a:rPr lang="en-US" sz="1600" dirty="0" err="1">
                <a:solidFill>
                  <a:srgbClr val="000000"/>
                </a:solidFill>
                <a:latin typeface="Courier New"/>
                <a:cs typeface="Courier New"/>
              </a:rPr>
              <a:t>runUpATree</a:t>
            </a:r>
            <a:r>
              <a:rPr lang="en-US" sz="1600" dirty="0">
                <a:solidFill>
                  <a:srgbClr val="000000"/>
                </a:solidFill>
                <a:latin typeface="Courier New"/>
                <a:cs typeface="Courier New"/>
              </a:rPr>
              <a:t>()</a:t>
            </a:r>
          </a:p>
          <a:p>
            <a:r>
              <a:rPr lang="en-US" sz="1600" dirty="0">
                <a:solidFill>
                  <a:srgbClr val="000000"/>
                </a:solidFill>
                <a:latin typeface="Courier New"/>
                <a:cs typeface="Courier New"/>
              </a:rPr>
              <a:t>    {</a:t>
            </a:r>
          </a:p>
          <a:p>
            <a:r>
              <a:rPr lang="en-US" sz="1600" dirty="0">
                <a:solidFill>
                  <a:srgbClr val="000000"/>
                </a:solidFill>
                <a:latin typeface="Courier New"/>
                <a:cs typeface="Courier New"/>
              </a:rPr>
              <a:t>        </a:t>
            </a:r>
            <a:r>
              <a:rPr lang="en-US" sz="1600" dirty="0" err="1">
                <a:solidFill>
                  <a:srgbClr val="000000"/>
                </a:solidFill>
                <a:latin typeface="Courier New"/>
                <a:cs typeface="Courier New"/>
              </a:rPr>
              <a:t>Console.WriteLine</a:t>
            </a:r>
            <a:r>
              <a:rPr lang="en-US" sz="1600" dirty="0">
                <a:solidFill>
                  <a:srgbClr val="000000"/>
                </a:solidFill>
                <a:latin typeface="Courier New"/>
                <a:cs typeface="Courier New"/>
              </a:rPr>
              <a:t>("I am sleeping");</a:t>
            </a:r>
          </a:p>
          <a:p>
            <a:r>
              <a:rPr lang="en-US" sz="1600" dirty="0">
                <a:solidFill>
                  <a:srgbClr val="000000"/>
                </a:solidFill>
                <a:latin typeface="Courier New"/>
                <a:cs typeface="Courier New"/>
              </a:rPr>
              <a:t>    }</a:t>
            </a:r>
          </a:p>
          <a:p>
            <a:r>
              <a:rPr lang="en-US" sz="1600" dirty="0">
                <a:solidFill>
                  <a:srgbClr val="000000"/>
                </a:solidFill>
                <a:latin typeface="Courier New"/>
                <a:cs typeface="Courier New"/>
              </a:rPr>
              <a:t>}</a:t>
            </a:r>
          </a:p>
          <a:p>
            <a:endParaRPr lang="en-US" sz="1600" dirty="0">
              <a:solidFill>
                <a:srgbClr val="000000"/>
              </a:solidFill>
            </a:endParaRPr>
          </a:p>
        </p:txBody>
      </p:sp>
      <p:grpSp>
        <p:nvGrpSpPr>
          <p:cNvPr id="18" name="Group 17">
            <a:extLst>
              <a:ext uri="{FF2B5EF4-FFF2-40B4-BE49-F238E27FC236}">
                <a16:creationId xmlns:a16="http://schemas.microsoft.com/office/drawing/2014/main" id="{9D3FBE50-BA18-C544-B0C2-6492DE63505C}"/>
              </a:ext>
            </a:extLst>
          </p:cNvPr>
          <p:cNvGrpSpPr/>
          <p:nvPr/>
        </p:nvGrpSpPr>
        <p:grpSpPr>
          <a:xfrm>
            <a:off x="284164" y="452718"/>
            <a:ext cx="7365210" cy="137411"/>
            <a:chOff x="284163" y="1577847"/>
            <a:chExt cx="8576373" cy="137411"/>
          </a:xfrm>
        </p:grpSpPr>
        <p:sp>
          <p:nvSpPr>
            <p:cNvPr id="19" name="Rectangle 18">
              <a:extLst>
                <a:ext uri="{FF2B5EF4-FFF2-40B4-BE49-F238E27FC236}">
                  <a16:creationId xmlns:a16="http://schemas.microsoft.com/office/drawing/2014/main" id="{DB54591A-D317-8C4A-BB77-E0375F8B6589}"/>
                </a:ext>
              </a:extLst>
            </p:cNvPr>
            <p:cNvSpPr/>
            <p:nvPr/>
          </p:nvSpPr>
          <p:spPr>
            <a:xfrm>
              <a:off x="284163" y="1577847"/>
              <a:ext cx="1600200" cy="137411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20" name="Rectangle 19">
              <a:extLst>
                <a:ext uri="{FF2B5EF4-FFF2-40B4-BE49-F238E27FC236}">
                  <a16:creationId xmlns:a16="http://schemas.microsoft.com/office/drawing/2014/main" id="{63A171DB-C597-F94E-8E14-3F6D8FE27CDD}"/>
                </a:ext>
              </a:extLst>
            </p:cNvPr>
            <p:cNvSpPr/>
            <p:nvPr/>
          </p:nvSpPr>
          <p:spPr>
            <a:xfrm>
              <a:off x="1885174" y="1577847"/>
              <a:ext cx="2743200" cy="137411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21" name="Rectangle 20">
              <a:extLst>
                <a:ext uri="{FF2B5EF4-FFF2-40B4-BE49-F238E27FC236}">
                  <a16:creationId xmlns:a16="http://schemas.microsoft.com/office/drawing/2014/main" id="{07771FB0-F842-F44E-A6C6-0468288BD532}"/>
                </a:ext>
              </a:extLst>
            </p:cNvPr>
            <p:cNvSpPr/>
            <p:nvPr/>
          </p:nvSpPr>
          <p:spPr>
            <a:xfrm>
              <a:off x="4626864" y="1577847"/>
              <a:ext cx="4233672" cy="137411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</p:grpSp>
      <p:pic>
        <p:nvPicPr>
          <p:cNvPr id="22" name="Picture 2" descr="Image result for AIUB logo">
            <a:extLst>
              <a:ext uri="{FF2B5EF4-FFF2-40B4-BE49-F238E27FC236}">
                <a16:creationId xmlns:a16="http://schemas.microsoft.com/office/drawing/2014/main" id="{F2235813-5DC8-5547-8AAB-5AC128704A8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649374" y="55843"/>
            <a:ext cx="1279161" cy="128715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193461752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A screenshot of a cell phone&#10;&#10;Description automatically generated">
            <a:extLst>
              <a:ext uri="{FF2B5EF4-FFF2-40B4-BE49-F238E27FC236}">
                <a16:creationId xmlns:a16="http://schemas.microsoft.com/office/drawing/2014/main" id="{18C02ECE-FEED-024B-AA2A-AF9643D4DA39}"/>
              </a:ext>
            </a:extLst>
          </p:cNvPr>
          <p:cNvPicPr>
            <a:picLocks noChangeAspect="1"/>
          </p:cNvPicPr>
          <p:nvPr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34033" y="521423"/>
            <a:ext cx="8675934" cy="6212029"/>
          </a:xfrm>
          <a:prstGeom prst="rect">
            <a:avLst/>
          </a:prstGeom>
        </p:spPr>
      </p:pic>
      <p:grpSp>
        <p:nvGrpSpPr>
          <p:cNvPr id="2" name="Group 1">
            <a:extLst>
              <a:ext uri="{FF2B5EF4-FFF2-40B4-BE49-F238E27FC236}">
                <a16:creationId xmlns:a16="http://schemas.microsoft.com/office/drawing/2014/main" id="{20C4A4BA-64AB-0041-9D5B-484679331847}"/>
              </a:ext>
            </a:extLst>
          </p:cNvPr>
          <p:cNvGrpSpPr/>
          <p:nvPr/>
        </p:nvGrpSpPr>
        <p:grpSpPr>
          <a:xfrm>
            <a:off x="284164" y="452718"/>
            <a:ext cx="7365210" cy="137411"/>
            <a:chOff x="284163" y="1577847"/>
            <a:chExt cx="8576373" cy="137411"/>
          </a:xfrm>
        </p:grpSpPr>
        <p:sp>
          <p:nvSpPr>
            <p:cNvPr id="3" name="Rectangle 2">
              <a:extLst>
                <a:ext uri="{FF2B5EF4-FFF2-40B4-BE49-F238E27FC236}">
                  <a16:creationId xmlns:a16="http://schemas.microsoft.com/office/drawing/2014/main" id="{7295F3A0-AE46-8B46-87B1-727E84F1B9B1}"/>
                </a:ext>
              </a:extLst>
            </p:cNvPr>
            <p:cNvSpPr/>
            <p:nvPr/>
          </p:nvSpPr>
          <p:spPr>
            <a:xfrm>
              <a:off x="284163" y="1577847"/>
              <a:ext cx="1600200" cy="137411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4" name="Rectangle 3">
              <a:extLst>
                <a:ext uri="{FF2B5EF4-FFF2-40B4-BE49-F238E27FC236}">
                  <a16:creationId xmlns:a16="http://schemas.microsoft.com/office/drawing/2014/main" id="{3DCB5EF2-C705-F242-8AE4-F38B765E3C0F}"/>
                </a:ext>
              </a:extLst>
            </p:cNvPr>
            <p:cNvSpPr/>
            <p:nvPr/>
          </p:nvSpPr>
          <p:spPr>
            <a:xfrm>
              <a:off x="1885174" y="1577847"/>
              <a:ext cx="2743200" cy="137411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5" name="Rectangle 4">
              <a:extLst>
                <a:ext uri="{FF2B5EF4-FFF2-40B4-BE49-F238E27FC236}">
                  <a16:creationId xmlns:a16="http://schemas.microsoft.com/office/drawing/2014/main" id="{BF76BC97-2CF3-774D-8121-14AB753FE1CD}"/>
                </a:ext>
              </a:extLst>
            </p:cNvPr>
            <p:cNvSpPr/>
            <p:nvPr/>
          </p:nvSpPr>
          <p:spPr>
            <a:xfrm>
              <a:off x="4626864" y="1577847"/>
              <a:ext cx="4233672" cy="137411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</p:grpSp>
      <p:pic>
        <p:nvPicPr>
          <p:cNvPr id="6" name="Picture 2" descr="Image result for AIUB logo">
            <a:extLst>
              <a:ext uri="{FF2B5EF4-FFF2-40B4-BE49-F238E27FC236}">
                <a16:creationId xmlns:a16="http://schemas.microsoft.com/office/drawing/2014/main" id="{1A06DFCC-6D58-6841-B1D9-6D8C57BA91D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 cstate="email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649374" y="55843"/>
            <a:ext cx="1279161" cy="128715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997297798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A screenshot of a cell phone&#10;&#10;Description automatically generated">
            <a:extLst>
              <a:ext uri="{FF2B5EF4-FFF2-40B4-BE49-F238E27FC236}">
                <a16:creationId xmlns:a16="http://schemas.microsoft.com/office/drawing/2014/main" id="{E292D8C8-0AEB-8F4C-83C0-088EBC8724EE}"/>
              </a:ext>
            </a:extLst>
          </p:cNvPr>
          <p:cNvPicPr>
            <a:picLocks noChangeAspect="1"/>
          </p:cNvPicPr>
          <p:nvPr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06489" y="590129"/>
            <a:ext cx="8331021" cy="6212028"/>
          </a:xfrm>
          <a:prstGeom prst="rect">
            <a:avLst/>
          </a:prstGeom>
        </p:spPr>
      </p:pic>
      <p:grpSp>
        <p:nvGrpSpPr>
          <p:cNvPr id="2" name="Group 1">
            <a:extLst>
              <a:ext uri="{FF2B5EF4-FFF2-40B4-BE49-F238E27FC236}">
                <a16:creationId xmlns:a16="http://schemas.microsoft.com/office/drawing/2014/main" id="{20C4A4BA-64AB-0041-9D5B-484679331847}"/>
              </a:ext>
            </a:extLst>
          </p:cNvPr>
          <p:cNvGrpSpPr/>
          <p:nvPr/>
        </p:nvGrpSpPr>
        <p:grpSpPr>
          <a:xfrm>
            <a:off x="284164" y="452718"/>
            <a:ext cx="7365210" cy="137411"/>
            <a:chOff x="284163" y="1577847"/>
            <a:chExt cx="8576373" cy="137411"/>
          </a:xfrm>
        </p:grpSpPr>
        <p:sp>
          <p:nvSpPr>
            <p:cNvPr id="3" name="Rectangle 2">
              <a:extLst>
                <a:ext uri="{FF2B5EF4-FFF2-40B4-BE49-F238E27FC236}">
                  <a16:creationId xmlns:a16="http://schemas.microsoft.com/office/drawing/2014/main" id="{7295F3A0-AE46-8B46-87B1-727E84F1B9B1}"/>
                </a:ext>
              </a:extLst>
            </p:cNvPr>
            <p:cNvSpPr/>
            <p:nvPr/>
          </p:nvSpPr>
          <p:spPr>
            <a:xfrm>
              <a:off x="284163" y="1577847"/>
              <a:ext cx="1600200" cy="137411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4" name="Rectangle 3">
              <a:extLst>
                <a:ext uri="{FF2B5EF4-FFF2-40B4-BE49-F238E27FC236}">
                  <a16:creationId xmlns:a16="http://schemas.microsoft.com/office/drawing/2014/main" id="{3DCB5EF2-C705-F242-8AE4-F38B765E3C0F}"/>
                </a:ext>
              </a:extLst>
            </p:cNvPr>
            <p:cNvSpPr/>
            <p:nvPr/>
          </p:nvSpPr>
          <p:spPr>
            <a:xfrm>
              <a:off x="1885174" y="1577847"/>
              <a:ext cx="2743200" cy="137411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5" name="Rectangle 4">
              <a:extLst>
                <a:ext uri="{FF2B5EF4-FFF2-40B4-BE49-F238E27FC236}">
                  <a16:creationId xmlns:a16="http://schemas.microsoft.com/office/drawing/2014/main" id="{BF76BC97-2CF3-774D-8121-14AB753FE1CD}"/>
                </a:ext>
              </a:extLst>
            </p:cNvPr>
            <p:cNvSpPr/>
            <p:nvPr/>
          </p:nvSpPr>
          <p:spPr>
            <a:xfrm>
              <a:off x="4626864" y="1577847"/>
              <a:ext cx="4233672" cy="137411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</p:grpSp>
      <p:pic>
        <p:nvPicPr>
          <p:cNvPr id="6" name="Picture 2" descr="Image result for AIUB logo">
            <a:extLst>
              <a:ext uri="{FF2B5EF4-FFF2-40B4-BE49-F238E27FC236}">
                <a16:creationId xmlns:a16="http://schemas.microsoft.com/office/drawing/2014/main" id="{1A06DFCC-6D58-6841-B1D9-6D8C57BA91D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649374" y="55843"/>
            <a:ext cx="1279161" cy="128715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096505325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A screenshot of a cell phone&#10;&#10;Description automatically generated">
            <a:extLst>
              <a:ext uri="{FF2B5EF4-FFF2-40B4-BE49-F238E27FC236}">
                <a16:creationId xmlns:a16="http://schemas.microsoft.com/office/drawing/2014/main" id="{079346A1-5A88-EC48-B01C-2F985317E76E}"/>
              </a:ext>
            </a:extLst>
          </p:cNvPr>
          <p:cNvPicPr>
            <a:picLocks noChangeAspect="1"/>
          </p:cNvPicPr>
          <p:nvPr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15465" y="699421"/>
            <a:ext cx="7534656" cy="5213265"/>
          </a:xfrm>
          <a:prstGeom prst="rect">
            <a:avLst/>
          </a:prstGeom>
        </p:spPr>
      </p:pic>
      <p:grpSp>
        <p:nvGrpSpPr>
          <p:cNvPr id="2" name="Group 1">
            <a:extLst>
              <a:ext uri="{FF2B5EF4-FFF2-40B4-BE49-F238E27FC236}">
                <a16:creationId xmlns:a16="http://schemas.microsoft.com/office/drawing/2014/main" id="{20C4A4BA-64AB-0041-9D5B-484679331847}"/>
              </a:ext>
            </a:extLst>
          </p:cNvPr>
          <p:cNvGrpSpPr/>
          <p:nvPr/>
        </p:nvGrpSpPr>
        <p:grpSpPr>
          <a:xfrm>
            <a:off x="284164" y="452718"/>
            <a:ext cx="7365210" cy="137411"/>
            <a:chOff x="284163" y="1577847"/>
            <a:chExt cx="8576373" cy="137411"/>
          </a:xfrm>
        </p:grpSpPr>
        <p:sp>
          <p:nvSpPr>
            <p:cNvPr id="3" name="Rectangle 2">
              <a:extLst>
                <a:ext uri="{FF2B5EF4-FFF2-40B4-BE49-F238E27FC236}">
                  <a16:creationId xmlns:a16="http://schemas.microsoft.com/office/drawing/2014/main" id="{7295F3A0-AE46-8B46-87B1-727E84F1B9B1}"/>
                </a:ext>
              </a:extLst>
            </p:cNvPr>
            <p:cNvSpPr/>
            <p:nvPr/>
          </p:nvSpPr>
          <p:spPr>
            <a:xfrm>
              <a:off x="284163" y="1577847"/>
              <a:ext cx="1600200" cy="137411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4" name="Rectangle 3">
              <a:extLst>
                <a:ext uri="{FF2B5EF4-FFF2-40B4-BE49-F238E27FC236}">
                  <a16:creationId xmlns:a16="http://schemas.microsoft.com/office/drawing/2014/main" id="{3DCB5EF2-C705-F242-8AE4-F38B765E3C0F}"/>
                </a:ext>
              </a:extLst>
            </p:cNvPr>
            <p:cNvSpPr/>
            <p:nvPr/>
          </p:nvSpPr>
          <p:spPr>
            <a:xfrm>
              <a:off x="1885174" y="1577847"/>
              <a:ext cx="2743200" cy="137411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5" name="Rectangle 4">
              <a:extLst>
                <a:ext uri="{FF2B5EF4-FFF2-40B4-BE49-F238E27FC236}">
                  <a16:creationId xmlns:a16="http://schemas.microsoft.com/office/drawing/2014/main" id="{BF76BC97-2CF3-774D-8121-14AB753FE1CD}"/>
                </a:ext>
              </a:extLst>
            </p:cNvPr>
            <p:cNvSpPr/>
            <p:nvPr/>
          </p:nvSpPr>
          <p:spPr>
            <a:xfrm>
              <a:off x="4626864" y="1577847"/>
              <a:ext cx="4233672" cy="137411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</p:grpSp>
      <p:pic>
        <p:nvPicPr>
          <p:cNvPr id="6" name="Picture 2" descr="Image result for AIUB logo">
            <a:extLst>
              <a:ext uri="{FF2B5EF4-FFF2-40B4-BE49-F238E27FC236}">
                <a16:creationId xmlns:a16="http://schemas.microsoft.com/office/drawing/2014/main" id="{1A06DFCC-6D58-6841-B1D9-6D8C57BA91D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649374" y="55843"/>
            <a:ext cx="1279161" cy="128715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839819458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A screenshot of a cell phone&#10;&#10;Description automatically generated">
            <a:extLst>
              <a:ext uri="{FF2B5EF4-FFF2-40B4-BE49-F238E27FC236}">
                <a16:creationId xmlns:a16="http://schemas.microsoft.com/office/drawing/2014/main" id="{2679511B-6D62-1142-B82E-1E69D7030238}"/>
              </a:ext>
            </a:extLst>
          </p:cNvPr>
          <p:cNvPicPr>
            <a:picLocks noChangeAspect="1"/>
          </p:cNvPicPr>
          <p:nvPr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843" y="452718"/>
            <a:ext cx="8659669" cy="6405282"/>
          </a:xfrm>
          <a:prstGeom prst="rect">
            <a:avLst/>
          </a:prstGeom>
        </p:spPr>
      </p:pic>
      <p:grpSp>
        <p:nvGrpSpPr>
          <p:cNvPr id="2" name="Group 1">
            <a:extLst>
              <a:ext uri="{FF2B5EF4-FFF2-40B4-BE49-F238E27FC236}">
                <a16:creationId xmlns:a16="http://schemas.microsoft.com/office/drawing/2014/main" id="{20C4A4BA-64AB-0041-9D5B-484679331847}"/>
              </a:ext>
            </a:extLst>
          </p:cNvPr>
          <p:cNvGrpSpPr/>
          <p:nvPr/>
        </p:nvGrpSpPr>
        <p:grpSpPr>
          <a:xfrm>
            <a:off x="284164" y="452718"/>
            <a:ext cx="7365210" cy="137411"/>
            <a:chOff x="284163" y="1577847"/>
            <a:chExt cx="8576373" cy="137411"/>
          </a:xfrm>
        </p:grpSpPr>
        <p:sp>
          <p:nvSpPr>
            <p:cNvPr id="3" name="Rectangle 2">
              <a:extLst>
                <a:ext uri="{FF2B5EF4-FFF2-40B4-BE49-F238E27FC236}">
                  <a16:creationId xmlns:a16="http://schemas.microsoft.com/office/drawing/2014/main" id="{7295F3A0-AE46-8B46-87B1-727E84F1B9B1}"/>
                </a:ext>
              </a:extLst>
            </p:cNvPr>
            <p:cNvSpPr/>
            <p:nvPr/>
          </p:nvSpPr>
          <p:spPr>
            <a:xfrm>
              <a:off x="284163" y="1577847"/>
              <a:ext cx="1600200" cy="137411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4" name="Rectangle 3">
              <a:extLst>
                <a:ext uri="{FF2B5EF4-FFF2-40B4-BE49-F238E27FC236}">
                  <a16:creationId xmlns:a16="http://schemas.microsoft.com/office/drawing/2014/main" id="{3DCB5EF2-C705-F242-8AE4-F38B765E3C0F}"/>
                </a:ext>
              </a:extLst>
            </p:cNvPr>
            <p:cNvSpPr/>
            <p:nvPr/>
          </p:nvSpPr>
          <p:spPr>
            <a:xfrm>
              <a:off x="1885174" y="1577847"/>
              <a:ext cx="2743200" cy="137411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5" name="Rectangle 4">
              <a:extLst>
                <a:ext uri="{FF2B5EF4-FFF2-40B4-BE49-F238E27FC236}">
                  <a16:creationId xmlns:a16="http://schemas.microsoft.com/office/drawing/2014/main" id="{BF76BC97-2CF3-774D-8121-14AB753FE1CD}"/>
                </a:ext>
              </a:extLst>
            </p:cNvPr>
            <p:cNvSpPr/>
            <p:nvPr/>
          </p:nvSpPr>
          <p:spPr>
            <a:xfrm>
              <a:off x="4626864" y="1577847"/>
              <a:ext cx="4233672" cy="137411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</p:grpSp>
      <p:pic>
        <p:nvPicPr>
          <p:cNvPr id="6" name="Picture 2" descr="Image result for AIUB logo">
            <a:extLst>
              <a:ext uri="{FF2B5EF4-FFF2-40B4-BE49-F238E27FC236}">
                <a16:creationId xmlns:a16="http://schemas.microsoft.com/office/drawing/2014/main" id="{1A06DFCC-6D58-6841-B1D9-6D8C57BA91D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649374" y="55843"/>
            <a:ext cx="1279161" cy="128715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691627530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A screenshot of a cell phone&#10;&#10;Description automatically generated">
            <a:extLst>
              <a:ext uri="{FF2B5EF4-FFF2-40B4-BE49-F238E27FC236}">
                <a16:creationId xmlns:a16="http://schemas.microsoft.com/office/drawing/2014/main" id="{C3923A45-86BA-3248-8450-FBDA418D24B6}"/>
              </a:ext>
            </a:extLst>
          </p:cNvPr>
          <p:cNvPicPr>
            <a:picLocks noChangeAspect="1"/>
          </p:cNvPicPr>
          <p:nvPr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84164" y="652532"/>
            <a:ext cx="7880628" cy="6149625"/>
          </a:xfrm>
          <a:prstGeom prst="rect">
            <a:avLst/>
          </a:prstGeom>
        </p:spPr>
      </p:pic>
      <p:grpSp>
        <p:nvGrpSpPr>
          <p:cNvPr id="2" name="Group 1">
            <a:extLst>
              <a:ext uri="{FF2B5EF4-FFF2-40B4-BE49-F238E27FC236}">
                <a16:creationId xmlns:a16="http://schemas.microsoft.com/office/drawing/2014/main" id="{20C4A4BA-64AB-0041-9D5B-484679331847}"/>
              </a:ext>
            </a:extLst>
          </p:cNvPr>
          <p:cNvGrpSpPr/>
          <p:nvPr/>
        </p:nvGrpSpPr>
        <p:grpSpPr>
          <a:xfrm>
            <a:off x="284164" y="452718"/>
            <a:ext cx="7365210" cy="137411"/>
            <a:chOff x="284163" y="1577847"/>
            <a:chExt cx="8576373" cy="137411"/>
          </a:xfrm>
        </p:grpSpPr>
        <p:sp>
          <p:nvSpPr>
            <p:cNvPr id="3" name="Rectangle 2">
              <a:extLst>
                <a:ext uri="{FF2B5EF4-FFF2-40B4-BE49-F238E27FC236}">
                  <a16:creationId xmlns:a16="http://schemas.microsoft.com/office/drawing/2014/main" id="{7295F3A0-AE46-8B46-87B1-727E84F1B9B1}"/>
                </a:ext>
              </a:extLst>
            </p:cNvPr>
            <p:cNvSpPr/>
            <p:nvPr/>
          </p:nvSpPr>
          <p:spPr>
            <a:xfrm>
              <a:off x="284163" y="1577847"/>
              <a:ext cx="1600200" cy="137411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4" name="Rectangle 3">
              <a:extLst>
                <a:ext uri="{FF2B5EF4-FFF2-40B4-BE49-F238E27FC236}">
                  <a16:creationId xmlns:a16="http://schemas.microsoft.com/office/drawing/2014/main" id="{3DCB5EF2-C705-F242-8AE4-F38B765E3C0F}"/>
                </a:ext>
              </a:extLst>
            </p:cNvPr>
            <p:cNvSpPr/>
            <p:nvPr/>
          </p:nvSpPr>
          <p:spPr>
            <a:xfrm>
              <a:off x="1885174" y="1577847"/>
              <a:ext cx="2743200" cy="137411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5" name="Rectangle 4">
              <a:extLst>
                <a:ext uri="{FF2B5EF4-FFF2-40B4-BE49-F238E27FC236}">
                  <a16:creationId xmlns:a16="http://schemas.microsoft.com/office/drawing/2014/main" id="{BF76BC97-2CF3-774D-8121-14AB753FE1CD}"/>
                </a:ext>
              </a:extLst>
            </p:cNvPr>
            <p:cNvSpPr/>
            <p:nvPr/>
          </p:nvSpPr>
          <p:spPr>
            <a:xfrm>
              <a:off x="4626864" y="1577847"/>
              <a:ext cx="4233672" cy="137411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</p:grpSp>
      <p:pic>
        <p:nvPicPr>
          <p:cNvPr id="6" name="Picture 2" descr="Image result for AIUB logo">
            <a:extLst>
              <a:ext uri="{FF2B5EF4-FFF2-40B4-BE49-F238E27FC236}">
                <a16:creationId xmlns:a16="http://schemas.microsoft.com/office/drawing/2014/main" id="{1A06DFCC-6D58-6841-B1D9-6D8C57BA91D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649374" y="55843"/>
            <a:ext cx="1279161" cy="128715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648487162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1">
            <a:extLst>
              <a:ext uri="{FF2B5EF4-FFF2-40B4-BE49-F238E27FC236}">
                <a16:creationId xmlns:a16="http://schemas.microsoft.com/office/drawing/2014/main" id="{20C4A4BA-64AB-0041-9D5B-484679331847}"/>
              </a:ext>
            </a:extLst>
          </p:cNvPr>
          <p:cNvGrpSpPr/>
          <p:nvPr/>
        </p:nvGrpSpPr>
        <p:grpSpPr>
          <a:xfrm>
            <a:off x="284164" y="452718"/>
            <a:ext cx="7365210" cy="137411"/>
            <a:chOff x="284163" y="1577847"/>
            <a:chExt cx="8576373" cy="137411"/>
          </a:xfrm>
        </p:grpSpPr>
        <p:sp>
          <p:nvSpPr>
            <p:cNvPr id="3" name="Rectangle 2">
              <a:extLst>
                <a:ext uri="{FF2B5EF4-FFF2-40B4-BE49-F238E27FC236}">
                  <a16:creationId xmlns:a16="http://schemas.microsoft.com/office/drawing/2014/main" id="{7295F3A0-AE46-8B46-87B1-727E84F1B9B1}"/>
                </a:ext>
              </a:extLst>
            </p:cNvPr>
            <p:cNvSpPr/>
            <p:nvPr/>
          </p:nvSpPr>
          <p:spPr>
            <a:xfrm>
              <a:off x="284163" y="1577847"/>
              <a:ext cx="1600200" cy="137411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4" name="Rectangle 3">
              <a:extLst>
                <a:ext uri="{FF2B5EF4-FFF2-40B4-BE49-F238E27FC236}">
                  <a16:creationId xmlns:a16="http://schemas.microsoft.com/office/drawing/2014/main" id="{3DCB5EF2-C705-F242-8AE4-F38B765E3C0F}"/>
                </a:ext>
              </a:extLst>
            </p:cNvPr>
            <p:cNvSpPr/>
            <p:nvPr/>
          </p:nvSpPr>
          <p:spPr>
            <a:xfrm>
              <a:off x="1885174" y="1577847"/>
              <a:ext cx="2743200" cy="137411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5" name="Rectangle 4">
              <a:extLst>
                <a:ext uri="{FF2B5EF4-FFF2-40B4-BE49-F238E27FC236}">
                  <a16:creationId xmlns:a16="http://schemas.microsoft.com/office/drawing/2014/main" id="{BF76BC97-2CF3-774D-8121-14AB753FE1CD}"/>
                </a:ext>
              </a:extLst>
            </p:cNvPr>
            <p:cNvSpPr/>
            <p:nvPr/>
          </p:nvSpPr>
          <p:spPr>
            <a:xfrm>
              <a:off x="4626864" y="1577847"/>
              <a:ext cx="4233672" cy="137411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</p:grpSp>
      <p:pic>
        <p:nvPicPr>
          <p:cNvPr id="6" name="Picture 2" descr="Image result for AIUB logo">
            <a:extLst>
              <a:ext uri="{FF2B5EF4-FFF2-40B4-BE49-F238E27FC236}">
                <a16:creationId xmlns:a16="http://schemas.microsoft.com/office/drawing/2014/main" id="{1A06DFCC-6D58-6841-B1D9-6D8C57BA91D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649374" y="55843"/>
            <a:ext cx="1279161" cy="128715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0FBD29D5-BB68-9841-A3E5-7F3BE010C378}"/>
              </a:ext>
            </a:extLst>
          </p:cNvPr>
          <p:cNvSpPr txBox="1"/>
          <p:nvPr/>
        </p:nvSpPr>
        <p:spPr>
          <a:xfrm>
            <a:off x="215465" y="590129"/>
            <a:ext cx="2473947" cy="73866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b="1" dirty="0"/>
              <a:t>Single Inheritance</a:t>
            </a:r>
          </a:p>
          <a:p>
            <a:endParaRPr lang="en-US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EE42EDAB-370D-6C4F-85E3-144E939122C6}"/>
              </a:ext>
            </a:extLst>
          </p:cNvPr>
          <p:cNvSpPr txBox="1"/>
          <p:nvPr/>
        </p:nvSpPr>
        <p:spPr>
          <a:xfrm>
            <a:off x="284164" y="1727134"/>
            <a:ext cx="7526455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/>
              <a:t>In this type of inheritance, the derived class inherits properties and behavior from a single base class. It's like a child inherits the traits of his/her parents.</a:t>
            </a:r>
          </a:p>
        </p:txBody>
      </p:sp>
      <p:pic>
        <p:nvPicPr>
          <p:cNvPr id="10" name="Picture 9" descr="A close up of a sign&#10;&#10;Description automatically generated">
            <a:extLst>
              <a:ext uri="{FF2B5EF4-FFF2-40B4-BE49-F238E27FC236}">
                <a16:creationId xmlns:a16="http://schemas.microsoft.com/office/drawing/2014/main" id="{DE589ADC-995D-1540-8138-0A9D1488873D}"/>
              </a:ext>
            </a:extLst>
          </p:cNvPr>
          <p:cNvPicPr>
            <a:picLocks noChangeAspect="1"/>
          </p:cNvPicPr>
          <p:nvPr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836980" y="3141138"/>
            <a:ext cx="2825496" cy="279858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49808726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1">
            <a:extLst>
              <a:ext uri="{FF2B5EF4-FFF2-40B4-BE49-F238E27FC236}">
                <a16:creationId xmlns:a16="http://schemas.microsoft.com/office/drawing/2014/main" id="{20C4A4BA-64AB-0041-9D5B-484679331847}"/>
              </a:ext>
            </a:extLst>
          </p:cNvPr>
          <p:cNvGrpSpPr/>
          <p:nvPr/>
        </p:nvGrpSpPr>
        <p:grpSpPr>
          <a:xfrm>
            <a:off x="284164" y="452718"/>
            <a:ext cx="7365210" cy="137411"/>
            <a:chOff x="284163" y="1577847"/>
            <a:chExt cx="8576373" cy="137411"/>
          </a:xfrm>
        </p:grpSpPr>
        <p:sp>
          <p:nvSpPr>
            <p:cNvPr id="3" name="Rectangle 2">
              <a:extLst>
                <a:ext uri="{FF2B5EF4-FFF2-40B4-BE49-F238E27FC236}">
                  <a16:creationId xmlns:a16="http://schemas.microsoft.com/office/drawing/2014/main" id="{7295F3A0-AE46-8B46-87B1-727E84F1B9B1}"/>
                </a:ext>
              </a:extLst>
            </p:cNvPr>
            <p:cNvSpPr/>
            <p:nvPr/>
          </p:nvSpPr>
          <p:spPr>
            <a:xfrm>
              <a:off x="284163" y="1577847"/>
              <a:ext cx="1600200" cy="137411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4" name="Rectangle 3">
              <a:extLst>
                <a:ext uri="{FF2B5EF4-FFF2-40B4-BE49-F238E27FC236}">
                  <a16:creationId xmlns:a16="http://schemas.microsoft.com/office/drawing/2014/main" id="{3DCB5EF2-C705-F242-8AE4-F38B765E3C0F}"/>
                </a:ext>
              </a:extLst>
            </p:cNvPr>
            <p:cNvSpPr/>
            <p:nvPr/>
          </p:nvSpPr>
          <p:spPr>
            <a:xfrm>
              <a:off x="1885174" y="1577847"/>
              <a:ext cx="2743200" cy="137411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5" name="Rectangle 4">
              <a:extLst>
                <a:ext uri="{FF2B5EF4-FFF2-40B4-BE49-F238E27FC236}">
                  <a16:creationId xmlns:a16="http://schemas.microsoft.com/office/drawing/2014/main" id="{BF76BC97-2CF3-774D-8121-14AB753FE1CD}"/>
                </a:ext>
              </a:extLst>
            </p:cNvPr>
            <p:cNvSpPr/>
            <p:nvPr/>
          </p:nvSpPr>
          <p:spPr>
            <a:xfrm>
              <a:off x="4626864" y="1577847"/>
              <a:ext cx="4233672" cy="137411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</p:grpSp>
      <p:pic>
        <p:nvPicPr>
          <p:cNvPr id="6" name="Picture 2" descr="Image result for AIUB logo">
            <a:extLst>
              <a:ext uri="{FF2B5EF4-FFF2-40B4-BE49-F238E27FC236}">
                <a16:creationId xmlns:a16="http://schemas.microsoft.com/office/drawing/2014/main" id="{1A06DFCC-6D58-6841-B1D9-6D8C57BA91D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649374" y="55843"/>
            <a:ext cx="1279161" cy="128715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2C6AA01E-26CA-1447-B82A-2C57F5CA1867}"/>
              </a:ext>
            </a:extLst>
          </p:cNvPr>
          <p:cNvSpPr txBox="1"/>
          <p:nvPr/>
        </p:nvSpPr>
        <p:spPr>
          <a:xfrm>
            <a:off x="215465" y="590129"/>
            <a:ext cx="2473947" cy="73866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b="1" dirty="0"/>
              <a:t>Single Inheritance</a:t>
            </a:r>
          </a:p>
          <a:p>
            <a:endParaRPr lang="en-US" dirty="0"/>
          </a:p>
        </p:txBody>
      </p:sp>
      <p:pic>
        <p:nvPicPr>
          <p:cNvPr id="61" name="Picture 60" descr="A screenshot of a cell phone&#10;&#10;Description automatically generated">
            <a:extLst>
              <a:ext uri="{FF2B5EF4-FFF2-40B4-BE49-F238E27FC236}">
                <a16:creationId xmlns:a16="http://schemas.microsoft.com/office/drawing/2014/main" id="{63BFCF4E-FB12-7549-9E0C-4896F7913126}"/>
              </a:ext>
            </a:extLst>
          </p:cNvPr>
          <p:cNvPicPr>
            <a:picLocks noChangeAspect="1"/>
          </p:cNvPicPr>
          <p:nvPr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84164" y="987004"/>
            <a:ext cx="5521910" cy="5669828"/>
          </a:xfrm>
          <a:prstGeom prst="rect">
            <a:avLst/>
          </a:prstGeom>
        </p:spPr>
      </p:pic>
      <p:pic>
        <p:nvPicPr>
          <p:cNvPr id="63" name="Picture 62" descr="A picture containing drawing&#10;&#10;Description automatically generated">
            <a:extLst>
              <a:ext uri="{FF2B5EF4-FFF2-40B4-BE49-F238E27FC236}">
                <a16:creationId xmlns:a16="http://schemas.microsoft.com/office/drawing/2014/main" id="{2A744296-1734-9D4A-83C7-73E6E1BF856F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005401" y="5815584"/>
            <a:ext cx="2696203" cy="704088"/>
          </a:xfrm>
          <a:prstGeom prst="rect">
            <a:avLst/>
          </a:prstGeom>
        </p:spPr>
      </p:pic>
      <p:sp>
        <p:nvSpPr>
          <p:cNvPr id="1024" name="TextBox 1023">
            <a:extLst>
              <a:ext uri="{FF2B5EF4-FFF2-40B4-BE49-F238E27FC236}">
                <a16:creationId xmlns:a16="http://schemas.microsoft.com/office/drawing/2014/main" id="{514D3AE2-FB65-B742-A5F9-88DC8223ECED}"/>
              </a:ext>
            </a:extLst>
          </p:cNvPr>
          <p:cNvSpPr txBox="1"/>
          <p:nvPr/>
        </p:nvSpPr>
        <p:spPr>
          <a:xfrm>
            <a:off x="5907739" y="5446252"/>
            <a:ext cx="91884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Output:</a:t>
            </a:r>
          </a:p>
        </p:txBody>
      </p:sp>
    </p:spTree>
    <p:extLst>
      <p:ext uri="{BB962C8B-B14F-4D97-AF65-F5344CB8AC3E}">
        <p14:creationId xmlns:p14="http://schemas.microsoft.com/office/powerpoint/2010/main" val="401740384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1">
            <a:extLst>
              <a:ext uri="{FF2B5EF4-FFF2-40B4-BE49-F238E27FC236}">
                <a16:creationId xmlns:a16="http://schemas.microsoft.com/office/drawing/2014/main" id="{20C4A4BA-64AB-0041-9D5B-484679331847}"/>
              </a:ext>
            </a:extLst>
          </p:cNvPr>
          <p:cNvGrpSpPr/>
          <p:nvPr/>
        </p:nvGrpSpPr>
        <p:grpSpPr>
          <a:xfrm>
            <a:off x="284164" y="452718"/>
            <a:ext cx="7365210" cy="137411"/>
            <a:chOff x="284163" y="1577847"/>
            <a:chExt cx="8576373" cy="137411"/>
          </a:xfrm>
        </p:grpSpPr>
        <p:sp>
          <p:nvSpPr>
            <p:cNvPr id="3" name="Rectangle 2">
              <a:extLst>
                <a:ext uri="{FF2B5EF4-FFF2-40B4-BE49-F238E27FC236}">
                  <a16:creationId xmlns:a16="http://schemas.microsoft.com/office/drawing/2014/main" id="{7295F3A0-AE46-8B46-87B1-727E84F1B9B1}"/>
                </a:ext>
              </a:extLst>
            </p:cNvPr>
            <p:cNvSpPr/>
            <p:nvPr/>
          </p:nvSpPr>
          <p:spPr>
            <a:xfrm>
              <a:off x="284163" y="1577847"/>
              <a:ext cx="1600200" cy="137411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4" name="Rectangle 3">
              <a:extLst>
                <a:ext uri="{FF2B5EF4-FFF2-40B4-BE49-F238E27FC236}">
                  <a16:creationId xmlns:a16="http://schemas.microsoft.com/office/drawing/2014/main" id="{3DCB5EF2-C705-F242-8AE4-F38B765E3C0F}"/>
                </a:ext>
              </a:extLst>
            </p:cNvPr>
            <p:cNvSpPr/>
            <p:nvPr/>
          </p:nvSpPr>
          <p:spPr>
            <a:xfrm>
              <a:off x="1885174" y="1577847"/>
              <a:ext cx="2743200" cy="137411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5" name="Rectangle 4">
              <a:extLst>
                <a:ext uri="{FF2B5EF4-FFF2-40B4-BE49-F238E27FC236}">
                  <a16:creationId xmlns:a16="http://schemas.microsoft.com/office/drawing/2014/main" id="{BF76BC97-2CF3-774D-8121-14AB753FE1CD}"/>
                </a:ext>
              </a:extLst>
            </p:cNvPr>
            <p:cNvSpPr/>
            <p:nvPr/>
          </p:nvSpPr>
          <p:spPr>
            <a:xfrm>
              <a:off x="4626864" y="1577847"/>
              <a:ext cx="4233672" cy="137411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</p:grpSp>
      <p:pic>
        <p:nvPicPr>
          <p:cNvPr id="6" name="Picture 2" descr="Image result for AIUB logo">
            <a:extLst>
              <a:ext uri="{FF2B5EF4-FFF2-40B4-BE49-F238E27FC236}">
                <a16:creationId xmlns:a16="http://schemas.microsoft.com/office/drawing/2014/main" id="{1A06DFCC-6D58-6841-B1D9-6D8C57BA91D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649374" y="55843"/>
            <a:ext cx="1279161" cy="128715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56F556C9-4F50-6243-A59B-FA6286D034B5}"/>
              </a:ext>
            </a:extLst>
          </p:cNvPr>
          <p:cNvSpPr txBox="1"/>
          <p:nvPr/>
        </p:nvSpPr>
        <p:spPr>
          <a:xfrm>
            <a:off x="215465" y="590129"/>
            <a:ext cx="3217676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b="1" dirty="0"/>
              <a:t>Hierarchical Inheritance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E7D3A5FA-A19A-F647-99A9-2C90500B6702}"/>
              </a:ext>
            </a:extLst>
          </p:cNvPr>
          <p:cNvSpPr txBox="1"/>
          <p:nvPr/>
        </p:nvSpPr>
        <p:spPr>
          <a:xfrm>
            <a:off x="694944" y="1962912"/>
            <a:ext cx="7473696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/>
              <a:t>In this type of inheritance, the multiple classes derives from one base class. It's like having multiple kids, all inheriting traits from parent, but in their own different ways.</a:t>
            </a:r>
          </a:p>
        </p:txBody>
      </p:sp>
      <p:pic>
        <p:nvPicPr>
          <p:cNvPr id="12" name="Picture 11" descr="A screenshot of a cell phone&#10;&#10;Description automatically generated">
            <a:extLst>
              <a:ext uri="{FF2B5EF4-FFF2-40B4-BE49-F238E27FC236}">
                <a16:creationId xmlns:a16="http://schemas.microsoft.com/office/drawing/2014/main" id="{FA71F6E9-A45D-EC41-A087-62168D2FF108}"/>
              </a:ext>
            </a:extLst>
          </p:cNvPr>
          <p:cNvPicPr>
            <a:picLocks noChangeAspect="1"/>
          </p:cNvPicPr>
          <p:nvPr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66651" y="3169410"/>
            <a:ext cx="7036526" cy="203831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31528328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Picture 10" descr="A screenshot of a cell phone&#10;&#10;Description automatically generated">
            <a:extLst>
              <a:ext uri="{FF2B5EF4-FFF2-40B4-BE49-F238E27FC236}">
                <a16:creationId xmlns:a16="http://schemas.microsoft.com/office/drawing/2014/main" id="{E6AD237F-48AA-2445-AA15-B0EB3B6A6673}"/>
              </a:ext>
            </a:extLst>
          </p:cNvPr>
          <p:cNvPicPr>
            <a:picLocks noChangeAspect="1"/>
          </p:cNvPicPr>
          <p:nvPr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84165" y="722811"/>
            <a:ext cx="4525776" cy="6019365"/>
          </a:xfrm>
          <a:prstGeom prst="rect">
            <a:avLst/>
          </a:prstGeom>
        </p:spPr>
      </p:pic>
      <p:grpSp>
        <p:nvGrpSpPr>
          <p:cNvPr id="2" name="Group 1">
            <a:extLst>
              <a:ext uri="{FF2B5EF4-FFF2-40B4-BE49-F238E27FC236}">
                <a16:creationId xmlns:a16="http://schemas.microsoft.com/office/drawing/2014/main" id="{20C4A4BA-64AB-0041-9D5B-484679331847}"/>
              </a:ext>
            </a:extLst>
          </p:cNvPr>
          <p:cNvGrpSpPr/>
          <p:nvPr/>
        </p:nvGrpSpPr>
        <p:grpSpPr>
          <a:xfrm>
            <a:off x="284164" y="452718"/>
            <a:ext cx="7365210" cy="137411"/>
            <a:chOff x="284163" y="1577847"/>
            <a:chExt cx="8576373" cy="137411"/>
          </a:xfrm>
        </p:grpSpPr>
        <p:sp>
          <p:nvSpPr>
            <p:cNvPr id="3" name="Rectangle 2">
              <a:extLst>
                <a:ext uri="{FF2B5EF4-FFF2-40B4-BE49-F238E27FC236}">
                  <a16:creationId xmlns:a16="http://schemas.microsoft.com/office/drawing/2014/main" id="{7295F3A0-AE46-8B46-87B1-727E84F1B9B1}"/>
                </a:ext>
              </a:extLst>
            </p:cNvPr>
            <p:cNvSpPr/>
            <p:nvPr/>
          </p:nvSpPr>
          <p:spPr>
            <a:xfrm>
              <a:off x="284163" y="1577847"/>
              <a:ext cx="1600200" cy="137411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4" name="Rectangle 3">
              <a:extLst>
                <a:ext uri="{FF2B5EF4-FFF2-40B4-BE49-F238E27FC236}">
                  <a16:creationId xmlns:a16="http://schemas.microsoft.com/office/drawing/2014/main" id="{3DCB5EF2-C705-F242-8AE4-F38B765E3C0F}"/>
                </a:ext>
              </a:extLst>
            </p:cNvPr>
            <p:cNvSpPr/>
            <p:nvPr/>
          </p:nvSpPr>
          <p:spPr>
            <a:xfrm>
              <a:off x="1885174" y="1577847"/>
              <a:ext cx="2743200" cy="137411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5" name="Rectangle 4">
              <a:extLst>
                <a:ext uri="{FF2B5EF4-FFF2-40B4-BE49-F238E27FC236}">
                  <a16:creationId xmlns:a16="http://schemas.microsoft.com/office/drawing/2014/main" id="{BF76BC97-2CF3-774D-8121-14AB753FE1CD}"/>
                </a:ext>
              </a:extLst>
            </p:cNvPr>
            <p:cNvSpPr/>
            <p:nvPr/>
          </p:nvSpPr>
          <p:spPr>
            <a:xfrm>
              <a:off x="4626864" y="1577847"/>
              <a:ext cx="4233672" cy="137411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</p:grpSp>
      <p:pic>
        <p:nvPicPr>
          <p:cNvPr id="6" name="Picture 2" descr="Image result for AIUB logo">
            <a:extLst>
              <a:ext uri="{FF2B5EF4-FFF2-40B4-BE49-F238E27FC236}">
                <a16:creationId xmlns:a16="http://schemas.microsoft.com/office/drawing/2014/main" id="{1A06DFCC-6D58-6841-B1D9-6D8C57BA91D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 cstate="email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649374" y="55843"/>
            <a:ext cx="1279161" cy="128715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3" name="Picture 12" descr="A close up of a sign&#10;&#10;Description automatically generated">
            <a:extLst>
              <a:ext uri="{FF2B5EF4-FFF2-40B4-BE49-F238E27FC236}">
                <a16:creationId xmlns:a16="http://schemas.microsoft.com/office/drawing/2014/main" id="{A63E5B8E-C4A0-A246-A229-1978ED66A4E2}"/>
              </a:ext>
            </a:extLst>
          </p:cNvPr>
          <p:cNvPicPr>
            <a:picLocks noChangeAspect="1"/>
          </p:cNvPicPr>
          <p:nvPr/>
        </p:nvPicPr>
        <p:blipFill>
          <a:blip r:embed="rId5" cstate="email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163773" y="5401097"/>
            <a:ext cx="2624938" cy="1077789"/>
          </a:xfrm>
          <a:prstGeom prst="rect">
            <a:avLst/>
          </a:prstGeom>
        </p:spPr>
      </p:pic>
      <p:sp>
        <p:nvSpPr>
          <p:cNvPr id="14" name="TextBox 13">
            <a:extLst>
              <a:ext uri="{FF2B5EF4-FFF2-40B4-BE49-F238E27FC236}">
                <a16:creationId xmlns:a16="http://schemas.microsoft.com/office/drawing/2014/main" id="{67DA5C56-2D70-444B-8D2F-E0E8F11E7C4C}"/>
              </a:ext>
            </a:extLst>
          </p:cNvPr>
          <p:cNvSpPr txBox="1"/>
          <p:nvPr/>
        </p:nvSpPr>
        <p:spPr>
          <a:xfrm>
            <a:off x="5063163" y="4962144"/>
            <a:ext cx="91884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Output:</a:t>
            </a:r>
          </a:p>
        </p:txBody>
      </p:sp>
    </p:spTree>
    <p:extLst>
      <p:ext uri="{BB962C8B-B14F-4D97-AF65-F5344CB8AC3E}">
        <p14:creationId xmlns:p14="http://schemas.microsoft.com/office/powerpoint/2010/main" val="3782327692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1">
            <a:extLst>
              <a:ext uri="{FF2B5EF4-FFF2-40B4-BE49-F238E27FC236}">
                <a16:creationId xmlns:a16="http://schemas.microsoft.com/office/drawing/2014/main" id="{20C4A4BA-64AB-0041-9D5B-484679331847}"/>
              </a:ext>
            </a:extLst>
          </p:cNvPr>
          <p:cNvGrpSpPr/>
          <p:nvPr/>
        </p:nvGrpSpPr>
        <p:grpSpPr>
          <a:xfrm>
            <a:off x="284164" y="452718"/>
            <a:ext cx="7365210" cy="137411"/>
            <a:chOff x="284163" y="1577847"/>
            <a:chExt cx="8576373" cy="137411"/>
          </a:xfrm>
        </p:grpSpPr>
        <p:sp>
          <p:nvSpPr>
            <p:cNvPr id="3" name="Rectangle 2">
              <a:extLst>
                <a:ext uri="{FF2B5EF4-FFF2-40B4-BE49-F238E27FC236}">
                  <a16:creationId xmlns:a16="http://schemas.microsoft.com/office/drawing/2014/main" id="{7295F3A0-AE46-8B46-87B1-727E84F1B9B1}"/>
                </a:ext>
              </a:extLst>
            </p:cNvPr>
            <p:cNvSpPr/>
            <p:nvPr/>
          </p:nvSpPr>
          <p:spPr>
            <a:xfrm>
              <a:off x="284163" y="1577847"/>
              <a:ext cx="1600200" cy="137411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4" name="Rectangle 3">
              <a:extLst>
                <a:ext uri="{FF2B5EF4-FFF2-40B4-BE49-F238E27FC236}">
                  <a16:creationId xmlns:a16="http://schemas.microsoft.com/office/drawing/2014/main" id="{3DCB5EF2-C705-F242-8AE4-F38B765E3C0F}"/>
                </a:ext>
              </a:extLst>
            </p:cNvPr>
            <p:cNvSpPr/>
            <p:nvPr/>
          </p:nvSpPr>
          <p:spPr>
            <a:xfrm>
              <a:off x="1885174" y="1577847"/>
              <a:ext cx="2743200" cy="137411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5" name="Rectangle 4">
              <a:extLst>
                <a:ext uri="{FF2B5EF4-FFF2-40B4-BE49-F238E27FC236}">
                  <a16:creationId xmlns:a16="http://schemas.microsoft.com/office/drawing/2014/main" id="{BF76BC97-2CF3-774D-8121-14AB753FE1CD}"/>
                </a:ext>
              </a:extLst>
            </p:cNvPr>
            <p:cNvSpPr/>
            <p:nvPr/>
          </p:nvSpPr>
          <p:spPr>
            <a:xfrm>
              <a:off x="4626864" y="1577847"/>
              <a:ext cx="4233672" cy="137411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</p:grpSp>
      <p:pic>
        <p:nvPicPr>
          <p:cNvPr id="6" name="Picture 2" descr="Image result for AIUB logo">
            <a:extLst>
              <a:ext uri="{FF2B5EF4-FFF2-40B4-BE49-F238E27FC236}">
                <a16:creationId xmlns:a16="http://schemas.microsoft.com/office/drawing/2014/main" id="{1A06DFCC-6D58-6841-B1D9-6D8C57BA91D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649374" y="55843"/>
            <a:ext cx="1279161" cy="128715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6777C730-8A71-AE49-89A0-9127B53A2693}"/>
              </a:ext>
            </a:extLst>
          </p:cNvPr>
          <p:cNvSpPr txBox="1"/>
          <p:nvPr/>
        </p:nvSpPr>
        <p:spPr>
          <a:xfrm>
            <a:off x="215465" y="590129"/>
            <a:ext cx="3006592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b="1" dirty="0"/>
              <a:t>Multilevel Inheritance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D354AE53-DE12-AC41-96AA-C3865C674FEE}"/>
              </a:ext>
            </a:extLst>
          </p:cNvPr>
          <p:cNvSpPr txBox="1"/>
          <p:nvPr/>
        </p:nvSpPr>
        <p:spPr>
          <a:xfrm>
            <a:off x="284164" y="1342999"/>
            <a:ext cx="8197014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/>
              <a:t>In this type of inheritance, a class inherits another derived/child class which in turn inherits another class. It's like a child inherits the traits of his/her parents, and parents inherit the traits of their grandparents.</a:t>
            </a:r>
          </a:p>
        </p:txBody>
      </p:sp>
      <p:pic>
        <p:nvPicPr>
          <p:cNvPr id="12" name="Picture 11" descr="A close up of a sign&#10;&#10;Description automatically generated">
            <a:extLst>
              <a:ext uri="{FF2B5EF4-FFF2-40B4-BE49-F238E27FC236}">
                <a16:creationId xmlns:a16="http://schemas.microsoft.com/office/drawing/2014/main" id="{77B41E3D-9797-5648-8F64-8E4DA9982C6C}"/>
              </a:ext>
            </a:extLst>
          </p:cNvPr>
          <p:cNvPicPr>
            <a:picLocks noChangeAspect="1"/>
          </p:cNvPicPr>
          <p:nvPr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131312" y="2588780"/>
            <a:ext cx="3220720" cy="409162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02131594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1">
            <a:extLst>
              <a:ext uri="{FF2B5EF4-FFF2-40B4-BE49-F238E27FC236}">
                <a16:creationId xmlns:a16="http://schemas.microsoft.com/office/drawing/2014/main" id="{20C4A4BA-64AB-0041-9D5B-484679331847}"/>
              </a:ext>
            </a:extLst>
          </p:cNvPr>
          <p:cNvGrpSpPr/>
          <p:nvPr/>
        </p:nvGrpSpPr>
        <p:grpSpPr>
          <a:xfrm>
            <a:off x="284164" y="452718"/>
            <a:ext cx="7365210" cy="137411"/>
            <a:chOff x="284163" y="1577847"/>
            <a:chExt cx="8576373" cy="137411"/>
          </a:xfrm>
        </p:grpSpPr>
        <p:sp>
          <p:nvSpPr>
            <p:cNvPr id="3" name="Rectangle 2">
              <a:extLst>
                <a:ext uri="{FF2B5EF4-FFF2-40B4-BE49-F238E27FC236}">
                  <a16:creationId xmlns:a16="http://schemas.microsoft.com/office/drawing/2014/main" id="{7295F3A0-AE46-8B46-87B1-727E84F1B9B1}"/>
                </a:ext>
              </a:extLst>
            </p:cNvPr>
            <p:cNvSpPr/>
            <p:nvPr/>
          </p:nvSpPr>
          <p:spPr>
            <a:xfrm>
              <a:off x="284163" y="1577847"/>
              <a:ext cx="1600200" cy="137411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4" name="Rectangle 3">
              <a:extLst>
                <a:ext uri="{FF2B5EF4-FFF2-40B4-BE49-F238E27FC236}">
                  <a16:creationId xmlns:a16="http://schemas.microsoft.com/office/drawing/2014/main" id="{3DCB5EF2-C705-F242-8AE4-F38B765E3C0F}"/>
                </a:ext>
              </a:extLst>
            </p:cNvPr>
            <p:cNvSpPr/>
            <p:nvPr/>
          </p:nvSpPr>
          <p:spPr>
            <a:xfrm>
              <a:off x="1885174" y="1577847"/>
              <a:ext cx="2743200" cy="137411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5" name="Rectangle 4">
              <a:extLst>
                <a:ext uri="{FF2B5EF4-FFF2-40B4-BE49-F238E27FC236}">
                  <a16:creationId xmlns:a16="http://schemas.microsoft.com/office/drawing/2014/main" id="{BF76BC97-2CF3-774D-8121-14AB753FE1CD}"/>
                </a:ext>
              </a:extLst>
            </p:cNvPr>
            <p:cNvSpPr/>
            <p:nvPr/>
          </p:nvSpPr>
          <p:spPr>
            <a:xfrm>
              <a:off x="4626864" y="1577847"/>
              <a:ext cx="4233672" cy="137411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</p:grpSp>
      <p:pic>
        <p:nvPicPr>
          <p:cNvPr id="6" name="Picture 2" descr="Image result for AIUB logo">
            <a:extLst>
              <a:ext uri="{FF2B5EF4-FFF2-40B4-BE49-F238E27FC236}">
                <a16:creationId xmlns:a16="http://schemas.microsoft.com/office/drawing/2014/main" id="{1A06DFCC-6D58-6841-B1D9-6D8C57BA91D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649374" y="55843"/>
            <a:ext cx="1279161" cy="128715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8" name="Picture 7" descr="A screenshot of a cell phone&#10;&#10;Description automatically generated">
            <a:extLst>
              <a:ext uri="{FF2B5EF4-FFF2-40B4-BE49-F238E27FC236}">
                <a16:creationId xmlns:a16="http://schemas.microsoft.com/office/drawing/2014/main" id="{669DE820-BE26-1B48-83E9-11EEDE059C38}"/>
              </a:ext>
            </a:extLst>
          </p:cNvPr>
          <p:cNvPicPr>
            <a:picLocks noChangeAspect="1"/>
          </p:cNvPicPr>
          <p:nvPr/>
        </p:nvPicPr>
        <p:blipFill>
          <a:blip r:embed="rId4" cstate="email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84164" y="699422"/>
            <a:ext cx="4466202" cy="5965330"/>
          </a:xfrm>
          <a:prstGeom prst="rect">
            <a:avLst/>
          </a:prstGeom>
        </p:spPr>
      </p:pic>
      <p:pic>
        <p:nvPicPr>
          <p:cNvPr id="10" name="Picture 9" descr="A black sign with white text&#10;&#10;Description automatically generated">
            <a:extLst>
              <a:ext uri="{FF2B5EF4-FFF2-40B4-BE49-F238E27FC236}">
                <a16:creationId xmlns:a16="http://schemas.microsoft.com/office/drawing/2014/main" id="{D214A48F-4801-7F43-B25A-6EDDBE5A4BF2}"/>
              </a:ext>
            </a:extLst>
          </p:cNvPr>
          <p:cNvPicPr>
            <a:picLocks noChangeAspect="1"/>
          </p:cNvPicPr>
          <p:nvPr/>
        </p:nvPicPr>
        <p:blipFill>
          <a:blip r:embed="rId5" cstate="email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816677" y="5760564"/>
            <a:ext cx="2766385" cy="904188"/>
          </a:xfrm>
          <a:prstGeom prst="rect">
            <a:avLst/>
          </a:prstGeom>
        </p:spPr>
      </p:pic>
      <p:sp>
        <p:nvSpPr>
          <p:cNvPr id="11" name="TextBox 10">
            <a:extLst>
              <a:ext uri="{FF2B5EF4-FFF2-40B4-BE49-F238E27FC236}">
                <a16:creationId xmlns:a16="http://schemas.microsoft.com/office/drawing/2014/main" id="{60C32549-7C64-084F-8C13-07AD07BBA7E7}"/>
              </a:ext>
            </a:extLst>
          </p:cNvPr>
          <p:cNvSpPr txBox="1"/>
          <p:nvPr/>
        </p:nvSpPr>
        <p:spPr>
          <a:xfrm>
            <a:off x="4750366" y="5437398"/>
            <a:ext cx="918841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Output: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24866616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789709" y="1167441"/>
            <a:ext cx="7259781" cy="132343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0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Monotype Corsiva" panose="03010101010201010101" pitchFamily="66" charset="0"/>
                <a:ea typeface="+mn-ea"/>
                <a:cs typeface="+mn-cs"/>
              </a:rPr>
              <a:t>Thank You</a:t>
            </a:r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37850" y="2865888"/>
            <a:ext cx="2806843" cy="307094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60327501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ubtitle 2"/>
          <p:cNvSpPr txBox="1">
            <a:spLocks/>
          </p:cNvSpPr>
          <p:nvPr/>
        </p:nvSpPr>
        <p:spPr>
          <a:xfrm>
            <a:off x="335494" y="595100"/>
            <a:ext cx="3232896" cy="493414"/>
          </a:xfrm>
          <a:prstGeom prst="rect">
            <a:avLst/>
          </a:prstGeom>
        </p:spPr>
        <p:txBody>
          <a:bodyPr>
            <a:normAutofit/>
          </a:bodyPr>
          <a:lstStyle>
            <a:lvl1pPr marL="454025" indent="-454025" algn="l" defTabSz="914400" rtl="0" eaLnBrk="1" latinLnBrk="0" hangingPunct="1">
              <a:spcBef>
                <a:spcPts val="20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Char char=""/>
              <a:defRPr sz="24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914400" indent="-457200" algn="l" defTabSz="914400" rtl="0" eaLnBrk="1" latinLnBrk="0" hangingPunct="1">
              <a:spcBef>
                <a:spcPts val="600"/>
              </a:spcBef>
              <a:buClr>
                <a:schemeClr val="tx1">
                  <a:lumMod val="75000"/>
                  <a:lumOff val="25000"/>
                </a:schemeClr>
              </a:buClr>
              <a:buSzPct val="90000"/>
              <a:buFont typeface="Wingdings" pitchFamily="2" charset="2"/>
              <a:buChar char=""/>
              <a:defRPr sz="22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260475" indent="-346075" algn="l" defTabSz="914400" rtl="0" eaLnBrk="1" latinLnBrk="0" hangingPunct="1">
              <a:spcBef>
                <a:spcPts val="6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Char char=""/>
              <a:defRPr sz="20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339725" algn="l" defTabSz="914400" rtl="0" eaLnBrk="1" latinLnBrk="0" hangingPunct="1">
              <a:spcBef>
                <a:spcPts val="600"/>
              </a:spcBef>
              <a:buClr>
                <a:schemeClr val="tx1">
                  <a:lumMod val="75000"/>
                  <a:lumOff val="25000"/>
                </a:schemeClr>
              </a:buClr>
              <a:buSzPct val="90000"/>
              <a:buFont typeface="Wingdings" pitchFamily="2" charset="2"/>
              <a:buChar char=""/>
              <a:defRPr sz="18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939925" indent="-331788" algn="l" defTabSz="914400" rtl="0" eaLnBrk="1" latinLnBrk="0" hangingPunct="1">
              <a:spcBef>
                <a:spcPts val="6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Char char=""/>
              <a:defRPr sz="18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290763" indent="-344488" algn="l" defTabSz="914400" rtl="0" eaLnBrk="1" latinLnBrk="0" hangingPunct="1">
              <a:spcBef>
                <a:spcPts val="600"/>
              </a:spcBef>
              <a:buClr>
                <a:schemeClr val="tx1">
                  <a:lumMod val="75000"/>
                  <a:lumOff val="25000"/>
                </a:schemeClr>
              </a:buClr>
              <a:buSzPct val="90000"/>
              <a:buFont typeface="Wingdings" pitchFamily="2" charset="2"/>
              <a:buChar char=""/>
              <a:defRPr lang="en-US" sz="1800" kern="1200" dirty="0" smtClean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625725" indent="-344488" algn="l" defTabSz="914400" rtl="0" eaLnBrk="1" latinLnBrk="0" hangingPunct="1">
              <a:spcBef>
                <a:spcPts val="6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Char char=""/>
              <a:defRPr lang="en-US" sz="1800" kern="1200" dirty="0" smtClean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2970213" indent="-344488" algn="l" defTabSz="914400" rtl="0" eaLnBrk="1" latinLnBrk="0" hangingPunct="1">
              <a:spcBef>
                <a:spcPts val="600"/>
              </a:spcBef>
              <a:buClr>
                <a:schemeClr val="tx1">
                  <a:lumMod val="75000"/>
                  <a:lumOff val="25000"/>
                </a:schemeClr>
              </a:buClr>
              <a:buSzPct val="90000"/>
              <a:buFont typeface="Wingdings" pitchFamily="2" charset="2"/>
              <a:buChar char=""/>
              <a:defRPr lang="en-US" sz="1800" kern="1200" dirty="0" smtClean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313113" indent="-344488" algn="l" defTabSz="914400" rtl="0" eaLnBrk="1" latinLnBrk="0" hangingPunct="1">
              <a:spcBef>
                <a:spcPts val="6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Char char=""/>
              <a:defRPr lang="en-US" sz="180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2000"/>
              </a:spcBef>
              <a:spcAft>
                <a:spcPts val="0"/>
              </a:spcAft>
              <a:buClr>
                <a:prstClr val="white">
                  <a:lumMod val="65000"/>
                </a:prstClr>
              </a:buClr>
              <a:buSzPct val="90000"/>
              <a:buFont typeface="Wingdings" pitchFamily="2" charset="2"/>
              <a:buNone/>
              <a:tabLst/>
              <a:defRPr/>
            </a:pPr>
            <a:r>
              <a:rPr kumimoji="0" lang="en-US" sz="26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Books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F2944A7F-5AE5-EC49-82AF-722C8C8F62C6}"/>
              </a:ext>
            </a:extLst>
          </p:cNvPr>
          <p:cNvSpPr txBox="1"/>
          <p:nvPr/>
        </p:nvSpPr>
        <p:spPr>
          <a:xfrm>
            <a:off x="335494" y="2433394"/>
            <a:ext cx="8317405" cy="9233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285750" marR="0" lvl="0" indent="-2857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C# 4.0 The Complete Reference; Herbert </a:t>
            </a:r>
            <a:r>
              <a:rPr kumimoji="0" lang="en-US" sz="18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Schildt</a:t>
            </a: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; McGraw-Hill Osborne Media; 2010</a:t>
            </a:r>
          </a:p>
          <a:p>
            <a:pPr marL="285750" marR="0" lvl="0" indent="-2857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Head First C# by Andrew </a:t>
            </a:r>
            <a:r>
              <a:rPr kumimoji="0" lang="en-US" sz="18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Stellman</a:t>
            </a: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  <a:p>
            <a:pPr marL="285750" marR="0" lvl="0" indent="-2857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Fundamentals of Computer Programming with </a:t>
            </a:r>
            <a:r>
              <a:rPr kumimoji="0" lang="en-US" sz="18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CSharp</a:t>
            </a: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 – </a:t>
            </a:r>
            <a:r>
              <a:rPr kumimoji="0" lang="en-US" sz="18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Nakov</a:t>
            </a: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 v2013</a:t>
            </a:r>
          </a:p>
        </p:txBody>
      </p:sp>
    </p:spTree>
    <p:extLst>
      <p:ext uri="{BB962C8B-B14F-4D97-AF65-F5344CB8AC3E}">
        <p14:creationId xmlns:p14="http://schemas.microsoft.com/office/powerpoint/2010/main" val="4077578772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ubtitle 2"/>
          <p:cNvSpPr txBox="1">
            <a:spLocks/>
          </p:cNvSpPr>
          <p:nvPr/>
        </p:nvSpPr>
        <p:spPr>
          <a:xfrm>
            <a:off x="335494" y="595100"/>
            <a:ext cx="3232896" cy="493414"/>
          </a:xfrm>
          <a:prstGeom prst="rect">
            <a:avLst/>
          </a:prstGeom>
        </p:spPr>
        <p:txBody>
          <a:bodyPr>
            <a:normAutofit/>
          </a:bodyPr>
          <a:lstStyle>
            <a:lvl1pPr marL="454025" indent="-454025" algn="l" defTabSz="914400" rtl="0" eaLnBrk="1" latinLnBrk="0" hangingPunct="1">
              <a:spcBef>
                <a:spcPts val="20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Char char=""/>
              <a:defRPr sz="24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914400" indent="-457200" algn="l" defTabSz="914400" rtl="0" eaLnBrk="1" latinLnBrk="0" hangingPunct="1">
              <a:spcBef>
                <a:spcPts val="600"/>
              </a:spcBef>
              <a:buClr>
                <a:schemeClr val="tx1">
                  <a:lumMod val="75000"/>
                  <a:lumOff val="25000"/>
                </a:schemeClr>
              </a:buClr>
              <a:buSzPct val="90000"/>
              <a:buFont typeface="Wingdings" pitchFamily="2" charset="2"/>
              <a:buChar char=""/>
              <a:defRPr sz="22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260475" indent="-346075" algn="l" defTabSz="914400" rtl="0" eaLnBrk="1" latinLnBrk="0" hangingPunct="1">
              <a:spcBef>
                <a:spcPts val="6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Char char=""/>
              <a:defRPr sz="20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339725" algn="l" defTabSz="914400" rtl="0" eaLnBrk="1" latinLnBrk="0" hangingPunct="1">
              <a:spcBef>
                <a:spcPts val="600"/>
              </a:spcBef>
              <a:buClr>
                <a:schemeClr val="tx1">
                  <a:lumMod val="75000"/>
                  <a:lumOff val="25000"/>
                </a:schemeClr>
              </a:buClr>
              <a:buSzPct val="90000"/>
              <a:buFont typeface="Wingdings" pitchFamily="2" charset="2"/>
              <a:buChar char=""/>
              <a:defRPr sz="18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939925" indent="-331788" algn="l" defTabSz="914400" rtl="0" eaLnBrk="1" latinLnBrk="0" hangingPunct="1">
              <a:spcBef>
                <a:spcPts val="6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Char char=""/>
              <a:defRPr sz="18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290763" indent="-344488" algn="l" defTabSz="914400" rtl="0" eaLnBrk="1" latinLnBrk="0" hangingPunct="1">
              <a:spcBef>
                <a:spcPts val="600"/>
              </a:spcBef>
              <a:buClr>
                <a:schemeClr val="tx1">
                  <a:lumMod val="75000"/>
                  <a:lumOff val="25000"/>
                </a:schemeClr>
              </a:buClr>
              <a:buSzPct val="90000"/>
              <a:buFont typeface="Wingdings" pitchFamily="2" charset="2"/>
              <a:buChar char=""/>
              <a:defRPr lang="en-US" sz="1800" kern="1200" dirty="0" smtClean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625725" indent="-344488" algn="l" defTabSz="914400" rtl="0" eaLnBrk="1" latinLnBrk="0" hangingPunct="1">
              <a:spcBef>
                <a:spcPts val="6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Char char=""/>
              <a:defRPr lang="en-US" sz="1800" kern="1200" dirty="0" smtClean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2970213" indent="-344488" algn="l" defTabSz="914400" rtl="0" eaLnBrk="1" latinLnBrk="0" hangingPunct="1">
              <a:spcBef>
                <a:spcPts val="600"/>
              </a:spcBef>
              <a:buClr>
                <a:schemeClr val="tx1">
                  <a:lumMod val="75000"/>
                  <a:lumOff val="25000"/>
                </a:schemeClr>
              </a:buClr>
              <a:buSzPct val="90000"/>
              <a:buFont typeface="Wingdings" pitchFamily="2" charset="2"/>
              <a:buChar char=""/>
              <a:defRPr lang="en-US" sz="1800" kern="1200" dirty="0" smtClean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313113" indent="-344488" algn="l" defTabSz="914400" rtl="0" eaLnBrk="1" latinLnBrk="0" hangingPunct="1">
              <a:spcBef>
                <a:spcPts val="6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Char char=""/>
              <a:defRPr lang="en-US" sz="180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2600" b="1" dirty="0">
                <a:solidFill>
                  <a:schemeClr val="tx1"/>
                </a:solidFill>
              </a:rPr>
              <a:t>References</a:t>
            </a:r>
          </a:p>
        </p:txBody>
      </p:sp>
      <p:grpSp>
        <p:nvGrpSpPr>
          <p:cNvPr id="5" name="Group 4">
            <a:extLst>
              <a:ext uri="{FF2B5EF4-FFF2-40B4-BE49-F238E27FC236}">
                <a16:creationId xmlns:a16="http://schemas.microsoft.com/office/drawing/2014/main" id="{14172113-BBE1-7942-B4F6-0F473B858C72}"/>
              </a:ext>
            </a:extLst>
          </p:cNvPr>
          <p:cNvGrpSpPr/>
          <p:nvPr/>
        </p:nvGrpSpPr>
        <p:grpSpPr>
          <a:xfrm>
            <a:off x="284164" y="452718"/>
            <a:ext cx="7365210" cy="137411"/>
            <a:chOff x="284163" y="1577847"/>
            <a:chExt cx="8576373" cy="137411"/>
          </a:xfrm>
        </p:grpSpPr>
        <p:sp>
          <p:nvSpPr>
            <p:cNvPr id="6" name="Rectangle 5">
              <a:extLst>
                <a:ext uri="{FF2B5EF4-FFF2-40B4-BE49-F238E27FC236}">
                  <a16:creationId xmlns:a16="http://schemas.microsoft.com/office/drawing/2014/main" id="{47AEC62B-5FE6-9D44-88B1-D1C5C6E5AA80}"/>
                </a:ext>
              </a:extLst>
            </p:cNvPr>
            <p:cNvSpPr/>
            <p:nvPr/>
          </p:nvSpPr>
          <p:spPr>
            <a:xfrm>
              <a:off x="284163" y="1577847"/>
              <a:ext cx="1600200" cy="137411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7" name="Rectangle 6">
              <a:extLst>
                <a:ext uri="{FF2B5EF4-FFF2-40B4-BE49-F238E27FC236}">
                  <a16:creationId xmlns:a16="http://schemas.microsoft.com/office/drawing/2014/main" id="{AFAA4209-B3FD-A24D-B2D1-91BFC6A18092}"/>
                </a:ext>
              </a:extLst>
            </p:cNvPr>
            <p:cNvSpPr/>
            <p:nvPr/>
          </p:nvSpPr>
          <p:spPr>
            <a:xfrm>
              <a:off x="1885174" y="1577847"/>
              <a:ext cx="2743200" cy="137411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8" name="Rectangle 7">
              <a:extLst>
                <a:ext uri="{FF2B5EF4-FFF2-40B4-BE49-F238E27FC236}">
                  <a16:creationId xmlns:a16="http://schemas.microsoft.com/office/drawing/2014/main" id="{7C4BF353-FB71-A14E-B437-98E6676365D5}"/>
                </a:ext>
              </a:extLst>
            </p:cNvPr>
            <p:cNvSpPr/>
            <p:nvPr/>
          </p:nvSpPr>
          <p:spPr>
            <a:xfrm>
              <a:off x="4626864" y="1577847"/>
              <a:ext cx="4233672" cy="137411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</p:grpSp>
      <p:pic>
        <p:nvPicPr>
          <p:cNvPr id="9" name="Picture 2" descr="Image result for AIUB logo">
            <a:extLst>
              <a:ext uri="{FF2B5EF4-FFF2-40B4-BE49-F238E27FC236}">
                <a16:creationId xmlns:a16="http://schemas.microsoft.com/office/drawing/2014/main" id="{C631FC8D-FCE4-4F40-950D-1F3A0C44167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649374" y="55843"/>
            <a:ext cx="1279161" cy="128715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B96367B8-4E0E-E04A-B65A-2D40CED7A84D}"/>
              </a:ext>
            </a:extLst>
          </p:cNvPr>
          <p:cNvSpPr txBox="1"/>
          <p:nvPr/>
        </p:nvSpPr>
        <p:spPr>
          <a:xfrm>
            <a:off x="284165" y="2669912"/>
            <a:ext cx="6318653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dirty="0"/>
              <a:t>C# 4.0 The Complete Reference; Herbert </a:t>
            </a:r>
            <a:r>
              <a:rPr lang="en-US" sz="1400" dirty="0" err="1"/>
              <a:t>Schildt</a:t>
            </a:r>
            <a:r>
              <a:rPr lang="en-US" sz="1400" dirty="0"/>
              <a:t>; McGraw-Hill Osborne Media; 2010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FA7CF74E-BD1F-5E42-83FC-5C30BC279761}"/>
              </a:ext>
            </a:extLst>
          </p:cNvPr>
          <p:cNvSpPr txBox="1"/>
          <p:nvPr/>
        </p:nvSpPr>
        <p:spPr>
          <a:xfrm>
            <a:off x="284165" y="1654250"/>
            <a:ext cx="8513325" cy="116955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/>
              <a:t>MSDN Library; URL: http://</a:t>
            </a:r>
            <a:r>
              <a:rPr lang="en-US" sz="1400" dirty="0" err="1"/>
              <a:t>msdn.microsoft.com</a:t>
            </a:r>
            <a:r>
              <a:rPr lang="en-US" sz="1400" dirty="0"/>
              <a:t>/library </a:t>
            </a:r>
          </a:p>
          <a:p>
            <a:endParaRPr lang="en-US" sz="1400" dirty="0"/>
          </a:p>
          <a:p>
            <a:r>
              <a:rPr lang="en-US" sz="1400" dirty="0"/>
              <a:t>C# Language Specification; URL: http://</a:t>
            </a:r>
            <a:r>
              <a:rPr lang="en-US" sz="1400" dirty="0" err="1"/>
              <a:t>download.microsoft.com</a:t>
            </a:r>
            <a:r>
              <a:rPr lang="en-US" sz="1400" dirty="0"/>
              <a:t>/download/0/B/D/0BDA894F- </a:t>
            </a:r>
          </a:p>
          <a:p>
            <a:r>
              <a:rPr lang="en-US" sz="1400" dirty="0"/>
              <a:t>2CCD-4C2C-B5A7-4EB1171962E5/CSharp%20Language%20Specixfication.doc </a:t>
            </a:r>
          </a:p>
          <a:p>
            <a:endParaRPr lang="en-US" sz="1400" dirty="0"/>
          </a:p>
        </p:txBody>
      </p:sp>
    </p:spTree>
    <p:extLst>
      <p:ext uri="{BB962C8B-B14F-4D97-AF65-F5344CB8AC3E}">
        <p14:creationId xmlns:p14="http://schemas.microsoft.com/office/powerpoint/2010/main" val="3224969828"/>
      </p:ext>
    </p:extLst>
  </p:cSld>
  <p:clrMapOvr>
    <a:masterClrMapping/>
  </p:clrMapOvr>
</p:sld>
</file>

<file path=ppt/theme/theme1.xml><?xml version="1.0" encoding="utf-8"?>
<a:theme xmlns:a="http://schemas.openxmlformats.org/drawingml/2006/main" name="Spectrum">
  <a:themeElements>
    <a:clrScheme name="Blue Warm">
      <a:dk1>
        <a:sysClr val="windowText" lastClr="000000"/>
      </a:dk1>
      <a:lt1>
        <a:sysClr val="window" lastClr="FFFFFF"/>
      </a:lt1>
      <a:dk2>
        <a:srgbClr val="242852"/>
      </a:dk2>
      <a:lt2>
        <a:srgbClr val="ACCBF9"/>
      </a:lt2>
      <a:accent1>
        <a:srgbClr val="4A66AC"/>
      </a:accent1>
      <a:accent2>
        <a:srgbClr val="629DD1"/>
      </a:accent2>
      <a:accent3>
        <a:srgbClr val="297FD5"/>
      </a:accent3>
      <a:accent4>
        <a:srgbClr val="7F8FA9"/>
      </a:accent4>
      <a:accent5>
        <a:srgbClr val="5AA2AE"/>
      </a:accent5>
      <a:accent6>
        <a:srgbClr val="9D90A0"/>
      </a:accent6>
      <a:hlink>
        <a:srgbClr val="9454C3"/>
      </a:hlink>
      <a:folHlink>
        <a:srgbClr val="3EBBF0"/>
      </a:folHlink>
    </a:clrScheme>
    <a:fontScheme name="Spectrum">
      <a:majorFont>
        <a:latin typeface="Corbel"/>
        <a:ea typeface=""/>
        <a:cs typeface=""/>
        <a:font script="Jpan" typeface="ＭＳ ゴシック"/>
        <a:font script="Hans" typeface="宋体"/>
        <a:font script="Hant" typeface="新細明體"/>
      </a:majorFont>
      <a:minorFont>
        <a:latin typeface="Calibri"/>
        <a:ea typeface=""/>
        <a:cs typeface=""/>
        <a:font script="Jpan" typeface="ＭＳ ゴシック"/>
        <a:font script="Hans" typeface="宋体"/>
        <a:font script="Hant" typeface="新細明體"/>
      </a:minorFont>
    </a:fontScheme>
    <a:fmtScheme name="Spectrum">
      <a:fillStyleLst>
        <a:solidFill>
          <a:schemeClr val="phClr"/>
        </a:solidFill>
        <a:gradFill rotWithShape="1">
          <a:gsLst>
            <a:gs pos="0">
              <a:schemeClr val="phClr">
                <a:tint val="100000"/>
                <a:shade val="70000"/>
                <a:satMod val="150000"/>
              </a:schemeClr>
            </a:gs>
            <a:gs pos="100000">
              <a:schemeClr val="phClr">
                <a:tint val="95000"/>
                <a:satMod val="1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95000"/>
                <a:shade val="70000"/>
                <a:satMod val="150000"/>
              </a:schemeClr>
            </a:gs>
            <a:gs pos="100000">
              <a:schemeClr val="phClr">
                <a:tint val="100000"/>
                <a:shade val="100000"/>
                <a:satMod val="150000"/>
              </a:schemeClr>
            </a:gs>
          </a:gsLst>
          <a:lin ang="16200000" scaled="0"/>
        </a:gradFill>
      </a:fillStyleLst>
      <a:lnStyleLst>
        <a:ln w="12700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6600000" sx="101000" sy="101000" rotWithShape="0">
              <a:srgbClr val="000000">
                <a:alpha val="75000"/>
              </a:srgbClr>
            </a:outerShdw>
          </a:effectLst>
        </a:effectStyle>
        <a:effectStyle>
          <a:effectLst>
            <a:outerShdw blurRad="50800" dir="5400000" sx="105000" sy="105000" algn="ctr" rotWithShape="0">
              <a:srgbClr val="000000">
                <a:alpha val="40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4800000"/>
            </a:lightRig>
          </a:scene3d>
          <a:sp3d prstMaterial="matte">
            <a:bevelT w="63500" h="50800" prst="angle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 rtlCol="0" anchor="ctr"/>
      <a:lstStyle>
        <a:defPPr algn="ctr">
          <a:defRPr/>
        </a:defPPr>
      </a:lstStyle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1_Spectrum">
  <a:themeElements>
    <a:clrScheme name="Blue Warm">
      <a:dk1>
        <a:sysClr val="windowText" lastClr="000000"/>
      </a:dk1>
      <a:lt1>
        <a:sysClr val="window" lastClr="FFFFFF"/>
      </a:lt1>
      <a:dk2>
        <a:srgbClr val="242852"/>
      </a:dk2>
      <a:lt2>
        <a:srgbClr val="ACCBF9"/>
      </a:lt2>
      <a:accent1>
        <a:srgbClr val="4A66AC"/>
      </a:accent1>
      <a:accent2>
        <a:srgbClr val="629DD1"/>
      </a:accent2>
      <a:accent3>
        <a:srgbClr val="297FD5"/>
      </a:accent3>
      <a:accent4>
        <a:srgbClr val="7F8FA9"/>
      </a:accent4>
      <a:accent5>
        <a:srgbClr val="5AA2AE"/>
      </a:accent5>
      <a:accent6>
        <a:srgbClr val="9D90A0"/>
      </a:accent6>
      <a:hlink>
        <a:srgbClr val="9454C3"/>
      </a:hlink>
      <a:folHlink>
        <a:srgbClr val="3EBBF0"/>
      </a:folHlink>
    </a:clrScheme>
    <a:fontScheme name="Spectrum">
      <a:majorFont>
        <a:latin typeface="Corbel"/>
        <a:ea typeface=""/>
        <a:cs typeface=""/>
        <a:font script="Jpan" typeface="ＭＳ ゴシック"/>
        <a:font script="Hans" typeface="宋体"/>
        <a:font script="Hant" typeface="新細明體"/>
      </a:majorFont>
      <a:minorFont>
        <a:latin typeface="Calibri"/>
        <a:ea typeface=""/>
        <a:cs typeface=""/>
        <a:font script="Jpan" typeface="ＭＳ ゴシック"/>
        <a:font script="Hans" typeface="宋体"/>
        <a:font script="Hant" typeface="新細明體"/>
      </a:minorFont>
    </a:fontScheme>
    <a:fmtScheme name="Spectrum">
      <a:fillStyleLst>
        <a:solidFill>
          <a:schemeClr val="phClr"/>
        </a:solidFill>
        <a:gradFill rotWithShape="1">
          <a:gsLst>
            <a:gs pos="0">
              <a:schemeClr val="phClr">
                <a:tint val="100000"/>
                <a:shade val="70000"/>
                <a:satMod val="150000"/>
              </a:schemeClr>
            </a:gs>
            <a:gs pos="100000">
              <a:schemeClr val="phClr">
                <a:tint val="95000"/>
                <a:satMod val="1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95000"/>
                <a:shade val="70000"/>
                <a:satMod val="150000"/>
              </a:schemeClr>
            </a:gs>
            <a:gs pos="100000">
              <a:schemeClr val="phClr">
                <a:tint val="100000"/>
                <a:shade val="100000"/>
                <a:satMod val="150000"/>
              </a:schemeClr>
            </a:gs>
          </a:gsLst>
          <a:lin ang="16200000" scaled="0"/>
        </a:gradFill>
      </a:fillStyleLst>
      <a:lnStyleLst>
        <a:ln w="12700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6600000" sx="101000" sy="101000" rotWithShape="0">
              <a:srgbClr val="000000">
                <a:alpha val="75000"/>
              </a:srgbClr>
            </a:outerShdw>
          </a:effectLst>
        </a:effectStyle>
        <a:effectStyle>
          <a:effectLst>
            <a:outerShdw blurRad="50800" dir="5400000" sx="105000" sy="105000" algn="ctr" rotWithShape="0">
              <a:srgbClr val="000000">
                <a:alpha val="40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4800000"/>
            </a:lightRig>
          </a:scene3d>
          <a:sp3d prstMaterial="matte">
            <a:bevelT w="63500" h="50800" prst="angle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 rtlCol="0" anchor="ctr"/>
      <a:lstStyle>
        <a:defPPr algn="ctr">
          <a:defRPr/>
        </a:defPPr>
      </a:lstStyle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37DFC602E1B958418E59E396BA607039" ma:contentTypeVersion="0" ma:contentTypeDescription="Create a new document." ma:contentTypeScope="" ma:versionID="12d6e0ef4c2c162e03ab80fafd247995">
  <xsd:schema xmlns:xsd="http://www.w3.org/2001/XMLSchema" xmlns:xs="http://www.w3.org/2001/XMLSchema" xmlns:p="http://schemas.microsoft.com/office/2006/metadata/properties" targetNamespace="http://schemas.microsoft.com/office/2006/metadata/properties" ma:root="true" ma:fieldsID="31d5eec3c12ee2e8127422d567928fa7">
    <xsd:element name="properties">
      <xsd:complexType>
        <xsd:sequence>
          <xsd:element name="documentManagement">
            <xsd:complexType>
              <xsd:all/>
            </xsd:complexType>
          </xsd:element>
        </xsd:sequence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/>
</p:properties>
</file>

<file path=customXml/itemProps1.xml><?xml version="1.0" encoding="utf-8"?>
<ds:datastoreItem xmlns:ds="http://schemas.openxmlformats.org/officeDocument/2006/customXml" ds:itemID="{BE04898D-0383-4327-AB2A-C337D207FB3F}"/>
</file>

<file path=customXml/itemProps2.xml><?xml version="1.0" encoding="utf-8"?>
<ds:datastoreItem xmlns:ds="http://schemas.openxmlformats.org/officeDocument/2006/customXml" ds:itemID="{BA73DBA1-E2AD-4B15-833F-D660DF1DAD97}"/>
</file>

<file path=customXml/itemProps3.xml><?xml version="1.0" encoding="utf-8"?>
<ds:datastoreItem xmlns:ds="http://schemas.openxmlformats.org/officeDocument/2006/customXml" ds:itemID="{DFC865C4-7418-46A2-A233-CCFF12F4E496}"/>
</file>

<file path=docProps/app.xml><?xml version="1.0" encoding="utf-8"?>
<Properties xmlns="http://schemas.openxmlformats.org/officeDocument/2006/extended-properties" xmlns:vt="http://schemas.openxmlformats.org/officeDocument/2006/docPropsVTypes">
  <Template>Spectrum.thmx</Template>
  <TotalTime>198</TotalTime>
  <Words>812</Words>
  <Application>Microsoft Office PowerPoint</Application>
  <PresentationFormat>On-screen Show (4:3)</PresentationFormat>
  <Paragraphs>115</Paragraphs>
  <Slides>26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2</vt:i4>
      </vt:variant>
      <vt:variant>
        <vt:lpstr>Slide Titles</vt:lpstr>
      </vt:variant>
      <vt:variant>
        <vt:i4>26</vt:i4>
      </vt:variant>
    </vt:vector>
  </HeadingPairs>
  <TitlesOfParts>
    <vt:vector size="34" baseType="lpstr">
      <vt:lpstr>Arial</vt:lpstr>
      <vt:lpstr>Calibri</vt:lpstr>
      <vt:lpstr>Corbel</vt:lpstr>
      <vt:lpstr>Courier New</vt:lpstr>
      <vt:lpstr>Monotype Corsiva</vt:lpstr>
      <vt:lpstr>Wingdings</vt:lpstr>
      <vt:lpstr>Spectrum</vt:lpstr>
      <vt:lpstr>1_Spectrum</vt:lpstr>
      <vt:lpstr>Inheritance</vt:lpstr>
      <vt:lpstr>Topics</vt:lpstr>
      <vt:lpstr>Inheritance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home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Thesis Title</dc:title>
  <dc:creator>Mahbubul Syeed</dc:creator>
  <cp:lastModifiedBy>Saikat Baul</cp:lastModifiedBy>
  <cp:revision>26</cp:revision>
  <dcterms:created xsi:type="dcterms:W3CDTF">2018-12-10T17:20:29Z</dcterms:created>
  <dcterms:modified xsi:type="dcterms:W3CDTF">2025-03-25T05:10:19Z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0x01010037DFC602E1B958418E59E396BA607039</vt:lpwstr>
  </property>
</Properties>
</file>